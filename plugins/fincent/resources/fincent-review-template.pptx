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8"/>
  </p:notesMasterIdLst>
  <p:sldIdLst>
    <p:sldId id="256" r:id="rId5"/>
    <p:sldId id="320" r:id="rId6"/>
    <p:sldId id="342" r:id="rId7"/>
    <p:sldId id="344" r:id="rId8"/>
    <p:sldId id="346" r:id="rId9"/>
    <p:sldId id="345" r:id="rId10"/>
    <p:sldId id="347" r:id="rId11"/>
    <p:sldId id="348" r:id="rId12"/>
    <p:sldId id="313" r:id="rId13"/>
    <p:sldId id="315" r:id="rId14"/>
    <p:sldId id="314" r:id="rId15"/>
    <p:sldId id="303" r:id="rId16"/>
    <p:sldId id="319" r:id="rId1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521415D9-36F7-43E2-AB2F-B90AF26B5E84}">
      <p14:sectionLst xmlns:p14="http://schemas.microsoft.com/office/powerpoint/2010/main">
        <p14:section name="Default Section" id="{2B7B1E4C-60A7-4C22-A910-8DD49A7E54A8}">
          <p14:sldIdLst>
            <p14:sldId id="256"/>
            <p14:sldId id="320"/>
          </p14:sldIdLst>
        </p14:section>
        <p14:section name="Done" id="{128AE423-4A5A-465E-A526-9DE4C5D8C0A6}">
          <p14:sldIdLst>
            <p14:sldId id="342"/>
            <p14:sldId id="344"/>
            <p14:sldId id="346"/>
            <p14:sldId id="345"/>
            <p14:sldId id="347"/>
            <p14:sldId id="348"/>
          </p14:sldIdLst>
        </p14:section>
        <p14:section name="In ontwikkeling" id="{E71201AF-F293-4957-AF6B-32BE20AE265B}">
          <p14:sldIdLst/>
        </p14:section>
        <p14:section name="Demo" id="{88A77FBB-7698-4408-B82E-0B38101A8C69}">
          <p14:sldIdLst>
            <p14:sldId id="313"/>
          </p14:sldIdLst>
        </p14:section>
        <p14:section name="Next" id="{CBD0FB1E-1B80-4889-B67D-3B544ADD9F14}">
          <p14:sldIdLst>
            <p14:sldId id="315"/>
            <p14:sldId id="314"/>
            <p14:sldId id="303"/>
            <p14:sldId id="31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ED09"/>
    <a:srgbClr val="338A67"/>
    <a:srgbClr val="C9A0DC"/>
    <a:srgbClr val="0435EA"/>
    <a:srgbClr val="8B00F7"/>
    <a:srgbClr val="007C7F"/>
    <a:srgbClr val="2D815F"/>
    <a:srgbClr val="C7BCAA"/>
    <a:srgbClr val="EEC4C3"/>
    <a:srgbClr val="8A43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3C3C03-F17C-9A14-A9E3-DFF55CCA105C}" v="1" dt="2025-07-28T10:38:00.340"/>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ktor Vermij" userId="S::v.vermij@innovadis.com::89554389-25f0-4c98-bf68-fbfdbb0e0ab1" providerId="AD" clId="Web-{403C3C03-F17C-9A14-A9E3-DFF55CCA105C}"/>
    <pc:docChg chg="modSld">
      <pc:chgData name="Viktor Vermij" userId="S::v.vermij@innovadis.com::89554389-25f0-4c98-bf68-fbfdbb0e0ab1" providerId="AD" clId="Web-{403C3C03-F17C-9A14-A9E3-DFF55CCA105C}" dt="2025-07-28T10:38:00.340" v="0"/>
      <pc:docMkLst>
        <pc:docMk/>
      </pc:docMkLst>
      <pc:sldChg chg="delSp">
        <pc:chgData name="Viktor Vermij" userId="S::v.vermij@innovadis.com::89554389-25f0-4c98-bf68-fbfdbb0e0ab1" providerId="AD" clId="Web-{403C3C03-F17C-9A14-A9E3-DFF55CCA105C}" dt="2025-07-28T10:38:00.340" v="0"/>
        <pc:sldMkLst>
          <pc:docMk/>
          <pc:sldMk cId="3451042088" sldId="344"/>
        </pc:sldMkLst>
        <pc:picChg chg="del">
          <ac:chgData name="Viktor Vermij" userId="S::v.vermij@innovadis.com::89554389-25f0-4c98-bf68-fbfdbb0e0ab1" providerId="AD" clId="Web-{403C3C03-F17C-9A14-A9E3-DFF55CCA105C}" dt="2025-07-28T10:38:00.340" v="0"/>
          <ac:picMkLst>
            <pc:docMk/>
            <pc:sldMk cId="3451042088" sldId="344"/>
            <ac:picMk id="3" creationId="{A0233D0D-11C9-4AAA-4D86-DF1C6619D08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16" name="Shape 516"/>
          <p:cNvSpPr>
            <a:spLocks noGrp="1" noRot="1" noChangeAspect="1"/>
          </p:cNvSpPr>
          <p:nvPr>
            <p:ph type="sldImg"/>
          </p:nvPr>
        </p:nvSpPr>
        <p:spPr>
          <a:xfrm>
            <a:off x="1143000" y="685800"/>
            <a:ext cx="4572000" cy="3429000"/>
          </a:xfrm>
          <a:prstGeom prst="rect">
            <a:avLst/>
          </a:prstGeom>
        </p:spPr>
        <p:txBody>
          <a:bodyPr/>
          <a:lstStyle/>
          <a:p>
            <a:endParaRPr/>
          </a:p>
        </p:txBody>
      </p:sp>
      <p:sp>
        <p:nvSpPr>
          <p:cNvPr id="517" name="Shape 51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nl-NL"/>
              <a:t>Budgetplan + Rekening doorsturen</a:t>
            </a:r>
          </a:p>
        </p:txBody>
      </p:sp>
    </p:spTree>
    <p:extLst>
      <p:ext uri="{BB962C8B-B14F-4D97-AF65-F5344CB8AC3E}">
        <p14:creationId xmlns:p14="http://schemas.microsoft.com/office/powerpoint/2010/main" val="19078404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FA9E5-3A4A-4C74-F687-A06DA026AF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3FAB24-44FB-91B8-498E-28C08590C06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09BC149-34E4-2F90-0A89-6FB109D7AD81}"/>
              </a:ext>
            </a:extLst>
          </p:cNvPr>
          <p:cNvSpPr>
            <a:spLocks noGrp="1"/>
          </p:cNvSpPr>
          <p:nvPr>
            <p:ph type="body" idx="1"/>
          </p:nvPr>
        </p:nvSpPr>
        <p:spPr/>
        <p:txBody>
          <a:bodyPr/>
          <a:lstStyle/>
          <a:p>
            <a:r>
              <a:rPr lang="nl-NL"/>
              <a:t>Budgetplan + Rekening doorsturen</a:t>
            </a:r>
          </a:p>
        </p:txBody>
      </p:sp>
    </p:spTree>
    <p:extLst>
      <p:ext uri="{BB962C8B-B14F-4D97-AF65-F5344CB8AC3E}">
        <p14:creationId xmlns:p14="http://schemas.microsoft.com/office/powerpoint/2010/main" val="40322657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81772-D171-829D-7A98-A665D023A3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389D13-306B-88B3-0D42-9EF92C50873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C2D8565-08FC-C28D-FF5D-AA786E3C1F1D}"/>
              </a:ext>
            </a:extLst>
          </p:cNvPr>
          <p:cNvSpPr>
            <a:spLocks noGrp="1"/>
          </p:cNvSpPr>
          <p:nvPr>
            <p:ph type="body" idx="1"/>
          </p:nvPr>
        </p:nvSpPr>
        <p:spPr/>
        <p:txBody>
          <a:bodyPr/>
          <a:lstStyle/>
          <a:p>
            <a:r>
              <a:rPr lang="nl-NL"/>
              <a:t>Budgetplan + Rekening doorsturen</a:t>
            </a:r>
          </a:p>
        </p:txBody>
      </p:sp>
    </p:spTree>
    <p:extLst>
      <p:ext uri="{BB962C8B-B14F-4D97-AF65-F5344CB8AC3E}">
        <p14:creationId xmlns:p14="http://schemas.microsoft.com/office/powerpoint/2010/main" val="13760684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Logo grijs">
    <p:spTree>
      <p:nvGrpSpPr>
        <p:cNvPr id="1" name=""/>
        <p:cNvGrpSpPr/>
        <p:nvPr/>
      </p:nvGrpSpPr>
      <p:grpSpPr>
        <a:xfrm>
          <a:off x="0" y="0"/>
          <a:ext cx="0" cy="0"/>
          <a:chOff x="0" y="0"/>
          <a:chExt cx="0" cy="0"/>
        </a:xfrm>
      </p:grpSpPr>
      <p:sp>
        <p:nvSpPr>
          <p:cNvPr id="12"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Logo foto">
    <p:bg>
      <p:bgPr>
        <a:solidFill>
          <a:srgbClr val="FFFFFF"/>
        </a:solidFill>
        <a:effectLst/>
      </p:bgPr>
    </p:bg>
    <p:spTree>
      <p:nvGrpSpPr>
        <p:cNvPr id="1" name=""/>
        <p:cNvGrpSpPr/>
        <p:nvPr/>
      </p:nvGrpSpPr>
      <p:grpSpPr>
        <a:xfrm>
          <a:off x="0" y="0"/>
          <a:ext cx="0" cy="0"/>
          <a:chOff x="0" y="0"/>
          <a:chExt cx="0" cy="0"/>
        </a:xfrm>
      </p:grpSpPr>
      <p:sp>
        <p:nvSpPr>
          <p:cNvPr id="19" name="greg-rakozy-oMpAz-DN-9I-unsplash.jpg"/>
          <p:cNvSpPr>
            <a:spLocks noGrp="1"/>
          </p:cNvSpPr>
          <p:nvPr>
            <p:ph type="pic" idx="21"/>
          </p:nvPr>
        </p:nvSpPr>
        <p:spPr>
          <a:xfrm>
            <a:off x="0" y="-1270000"/>
            <a:ext cx="24384000" cy="16256000"/>
          </a:xfrm>
          <a:prstGeom prst="rect">
            <a:avLst/>
          </a:prstGeom>
        </p:spPr>
        <p:txBody>
          <a:bodyPr lIns="91439" tIns="45719" rIns="91439" bIns="45719">
            <a:noAutofit/>
          </a:bodyPr>
          <a:lstStyle/>
          <a:p>
            <a:endParaRPr/>
          </a:p>
        </p:txBody>
      </p:sp>
      <p:sp>
        <p:nvSpPr>
          <p:cNvPr id="20"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Statement 2">
    <p:bg>
      <p:bgPr>
        <a:solidFill>
          <a:srgbClr val="FFFFFF"/>
        </a:solidFill>
        <a:effectLst/>
      </p:bgPr>
    </p:bg>
    <p:spTree>
      <p:nvGrpSpPr>
        <p:cNvPr id="1" name=""/>
        <p:cNvGrpSpPr/>
        <p:nvPr/>
      </p:nvGrpSpPr>
      <p:grpSpPr>
        <a:xfrm>
          <a:off x="0" y="0"/>
          <a:ext cx="0" cy="0"/>
          <a:chOff x="0" y="0"/>
          <a:chExt cx="0" cy="0"/>
        </a:xfrm>
      </p:grpSpPr>
      <p:sp>
        <p:nvSpPr>
          <p:cNvPr id="39" name="austin-neill-OWbH9a8Yi2I-unsplash.jpg"/>
          <p:cNvSpPr>
            <a:spLocks noGrp="1"/>
          </p:cNvSpPr>
          <p:nvPr>
            <p:ph type="pic" idx="21"/>
          </p:nvPr>
        </p:nvSpPr>
        <p:spPr>
          <a:xfrm>
            <a:off x="0" y="-1209041"/>
            <a:ext cx="24384000" cy="16134082"/>
          </a:xfrm>
          <a:prstGeom prst="rect">
            <a:avLst/>
          </a:prstGeom>
        </p:spPr>
        <p:txBody>
          <a:bodyPr lIns="91439" tIns="45719" rIns="91439" bIns="45719">
            <a:noAutofit/>
          </a:bodyPr>
          <a:lstStyle/>
          <a:p>
            <a:endParaRPr/>
          </a:p>
        </p:txBody>
      </p:sp>
      <p:sp>
        <p:nvSpPr>
          <p:cNvPr id="40" name="Rechthoek"/>
          <p:cNvSpPr/>
          <p:nvPr/>
        </p:nvSpPr>
        <p:spPr>
          <a:xfrm>
            <a:off x="-265361" y="-290588"/>
            <a:ext cx="15691710" cy="14297176"/>
          </a:xfrm>
          <a:prstGeom prst="rect">
            <a:avLst/>
          </a:prstGeom>
          <a:gradFill>
            <a:gsLst>
              <a:gs pos="0">
                <a:srgbClr val="131312"/>
              </a:gs>
              <a:gs pos="100000">
                <a:srgbClr val="000000">
                  <a:alpha val="0"/>
                </a:srgbClr>
              </a:gs>
            </a:gsLst>
          </a:gradFill>
          <a:ln w="12700">
            <a:miter lim="400000"/>
          </a:ln>
        </p:spPr>
        <p:txBody>
          <a:bodyPr lIns="50800" tIns="50800" rIns="50800" bIns="50800" anchor="ctr"/>
          <a:lstStyle/>
          <a:p>
            <a:pPr defTabSz="825500">
              <a:defRPr sz="3200">
                <a:solidFill>
                  <a:srgbClr val="000000">
                    <a:alpha val="38374"/>
                  </a:srgbClr>
                </a:solidFill>
                <a:latin typeface="Helvetica Neue Medium"/>
                <a:ea typeface="Helvetica Neue Medium"/>
                <a:cs typeface="Helvetica Neue Medium"/>
                <a:sym typeface="Helvetica Neue Medium"/>
              </a:defRPr>
            </a:pPr>
            <a:endParaRPr/>
          </a:p>
        </p:txBody>
      </p:sp>
      <p:sp>
        <p:nvSpPr>
          <p:cNvPr id="41" name="Rechthoek"/>
          <p:cNvSpPr/>
          <p:nvPr/>
        </p:nvSpPr>
        <p:spPr>
          <a:xfrm>
            <a:off x="-265361" y="-290588"/>
            <a:ext cx="15691710" cy="13716001"/>
          </a:xfrm>
          <a:prstGeom prst="rect">
            <a:avLst/>
          </a:prstGeom>
          <a:gradFill>
            <a:gsLst>
              <a:gs pos="0">
                <a:srgbClr val="131312"/>
              </a:gs>
              <a:gs pos="100000">
                <a:srgbClr val="000000">
                  <a:alpha val="0"/>
                </a:srgbClr>
              </a:gs>
            </a:gsLst>
          </a:gradFill>
          <a:ln w="12700">
            <a:miter lim="400000"/>
          </a:ln>
        </p:spPr>
        <p:txBody>
          <a:bodyPr lIns="50800" tIns="50800" rIns="50800" bIns="50800" anchor="ctr"/>
          <a:lstStyle/>
          <a:p>
            <a:pPr defTabSz="825500">
              <a:defRPr sz="3200">
                <a:solidFill>
                  <a:srgbClr val="000000">
                    <a:alpha val="38374"/>
                  </a:srgbClr>
                </a:solidFill>
                <a:latin typeface="Helvetica Neue Medium"/>
                <a:ea typeface="Helvetica Neue Medium"/>
                <a:cs typeface="Helvetica Neue Medium"/>
                <a:sym typeface="Helvetica Neue Medium"/>
              </a:defRPr>
            </a:pPr>
            <a:endParaRPr/>
          </a:p>
        </p:txBody>
      </p:sp>
      <p:pic>
        <p:nvPicPr>
          <p:cNvPr id="42"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43" name="Afbeelding"/>
          <p:cNvSpPr>
            <a:spLocks noGrp="1"/>
          </p:cNvSpPr>
          <p:nvPr>
            <p:ph type="pic" sz="quarter" idx="22"/>
          </p:nvPr>
        </p:nvSpPr>
        <p:spPr>
          <a:xfrm>
            <a:off x="2223810" y="2612336"/>
            <a:ext cx="6853060" cy="8513120"/>
          </a:xfrm>
          <a:prstGeom prst="rect">
            <a:avLst/>
          </a:prstGeom>
        </p:spPr>
        <p:txBody>
          <a:bodyPr lIns="91439" tIns="45719" rIns="91439" bIns="45719">
            <a:noAutofit/>
          </a:bodyPr>
          <a:lstStyle/>
          <a:p>
            <a:endParaRPr/>
          </a:p>
        </p:txBody>
      </p:sp>
      <p:sp>
        <p:nvSpPr>
          <p:cNvPr id="44"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Agenda">
    <p:spTree>
      <p:nvGrpSpPr>
        <p:cNvPr id="1" name=""/>
        <p:cNvGrpSpPr/>
        <p:nvPr/>
      </p:nvGrpSpPr>
      <p:grpSpPr>
        <a:xfrm>
          <a:off x="0" y="0"/>
          <a:ext cx="0" cy="0"/>
          <a:chOff x="0" y="0"/>
          <a:chExt cx="0" cy="0"/>
        </a:xfrm>
      </p:grpSpPr>
      <p:pic>
        <p:nvPicPr>
          <p:cNvPr id="51"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52" name="Agenda"/>
          <p:cNvSpPr txBox="1"/>
          <p:nvPr/>
        </p:nvSpPr>
        <p:spPr>
          <a:xfrm>
            <a:off x="2220209" y="6208496"/>
            <a:ext cx="16196200" cy="1320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lvl="1" indent="0" algn="l">
              <a:lnSpc>
                <a:spcPct val="70000"/>
              </a:lnSpc>
              <a:defRPr sz="7000" b="1" spc="-349">
                <a:solidFill>
                  <a:srgbClr val="C29E3C"/>
                </a:solidFill>
                <a:latin typeface="OpenSans-Extrabold"/>
                <a:ea typeface="OpenSans-Extrabold"/>
                <a:cs typeface="OpenSans-Extrabold"/>
                <a:sym typeface="OpenSans-Extrabold"/>
              </a:defRPr>
            </a:pPr>
            <a:r>
              <a:t>Agenda</a:t>
            </a:r>
          </a:p>
        </p:txBody>
      </p:sp>
      <p:sp>
        <p:nvSpPr>
          <p:cNvPr id="53" name="Vorm"/>
          <p:cNvSpPr/>
          <p:nvPr/>
        </p:nvSpPr>
        <p:spPr>
          <a:xfrm>
            <a:off x="-4301612" y="-717640"/>
            <a:ext cx="15173407" cy="15173056"/>
          </a:xfrm>
          <a:custGeom>
            <a:avLst/>
            <a:gdLst/>
            <a:ahLst/>
            <a:cxnLst>
              <a:cxn ang="0">
                <a:pos x="wd2" y="hd2"/>
              </a:cxn>
              <a:cxn ang="5400000">
                <a:pos x="wd2" y="hd2"/>
              </a:cxn>
              <a:cxn ang="10800000">
                <a:pos x="wd2" y="hd2"/>
              </a:cxn>
              <a:cxn ang="16200000">
                <a:pos x="wd2" y="hd2"/>
              </a:cxn>
            </a:cxnLst>
            <a:rect l="0" t="0" r="r" b="b"/>
            <a:pathLst>
              <a:path w="19679" h="20595" extrusionOk="0">
                <a:moveTo>
                  <a:pt x="9839" y="0"/>
                </a:moveTo>
                <a:cubicBezTo>
                  <a:pt x="7321" y="0"/>
                  <a:pt x="4803" y="1005"/>
                  <a:pt x="2881" y="3016"/>
                </a:cubicBezTo>
                <a:cubicBezTo>
                  <a:pt x="-961" y="7037"/>
                  <a:pt x="-961" y="13557"/>
                  <a:pt x="2881" y="17579"/>
                </a:cubicBezTo>
                <a:cubicBezTo>
                  <a:pt x="6724" y="21600"/>
                  <a:pt x="12954" y="21600"/>
                  <a:pt x="16797" y="17579"/>
                </a:cubicBezTo>
                <a:cubicBezTo>
                  <a:pt x="20639" y="13557"/>
                  <a:pt x="20639" y="7037"/>
                  <a:pt x="16797" y="3016"/>
                </a:cubicBezTo>
                <a:cubicBezTo>
                  <a:pt x="14875" y="1005"/>
                  <a:pt x="12357" y="0"/>
                  <a:pt x="9839" y="0"/>
                </a:cubicBezTo>
                <a:close/>
                <a:moveTo>
                  <a:pt x="9839" y="4874"/>
                </a:moveTo>
                <a:cubicBezTo>
                  <a:pt x="11165" y="4874"/>
                  <a:pt x="12491" y="5404"/>
                  <a:pt x="13503" y="6462"/>
                </a:cubicBezTo>
                <a:cubicBezTo>
                  <a:pt x="15527" y="8580"/>
                  <a:pt x="15527" y="12014"/>
                  <a:pt x="13503" y="14132"/>
                </a:cubicBezTo>
                <a:cubicBezTo>
                  <a:pt x="11479" y="16250"/>
                  <a:pt x="8199" y="16250"/>
                  <a:pt x="6175" y="14132"/>
                </a:cubicBezTo>
                <a:cubicBezTo>
                  <a:pt x="4151" y="12014"/>
                  <a:pt x="4151" y="8580"/>
                  <a:pt x="6175" y="6462"/>
                </a:cubicBezTo>
                <a:cubicBezTo>
                  <a:pt x="7187" y="5404"/>
                  <a:pt x="8513" y="4874"/>
                  <a:pt x="9839" y="4874"/>
                </a:cubicBezTo>
                <a:close/>
              </a:path>
            </a:pathLst>
          </a:custGeom>
          <a:solidFill>
            <a:srgbClr val="FFFFFF">
              <a:alpha val="20126"/>
            </a:srgbClr>
          </a:solidFill>
          <a:ln w="12700">
            <a:miter lim="400000"/>
          </a:ln>
        </p:spPr>
        <p:txBody>
          <a:bodyPr lIns="50800" tIns="50800" rIns="50800" bIns="50800" anchor="ctr"/>
          <a:lstStyle/>
          <a:p>
            <a:pPr defTabSz="825500">
              <a:defRPr sz="3200" b="1">
                <a:solidFill>
                  <a:srgbClr val="FFFFFF"/>
                </a:solidFill>
              </a:defRPr>
            </a:pPr>
            <a:endParaRPr/>
          </a:p>
        </p:txBody>
      </p:sp>
      <p:sp>
        <p:nvSpPr>
          <p:cNvPr id="54" name="Faster time to market…"/>
          <p:cNvSpPr txBox="1">
            <a:spLocks noGrp="1"/>
          </p:cNvSpPr>
          <p:nvPr>
            <p:ph type="body" sz="quarter" idx="21"/>
          </p:nvPr>
        </p:nvSpPr>
        <p:spPr>
          <a:xfrm>
            <a:off x="12220354" y="6018529"/>
            <a:ext cx="6729972" cy="1678941"/>
          </a:xfrm>
          <a:prstGeom prst="rect">
            <a:avLst/>
          </a:prstGeom>
        </p:spPr>
        <p:txBody>
          <a:bodyPr anchor="ctr">
            <a:spAutoFit/>
          </a:bodyPr>
          <a:lstStyle/>
          <a:p>
            <a:pPr marL="381000" indent="-381000">
              <a:lnSpc>
                <a:spcPct val="180000"/>
              </a:lnSpc>
              <a:buSzPct val="50000"/>
              <a:buBlip>
                <a:blip r:embed="rId3"/>
              </a:buBlip>
              <a:defRPr sz="2000">
                <a:solidFill>
                  <a:srgbClr val="FFFFFF"/>
                </a:solidFill>
                <a:latin typeface="Open Sans"/>
                <a:ea typeface="Open Sans"/>
                <a:cs typeface="Open Sans"/>
                <a:sym typeface="Open Sans"/>
              </a:defRPr>
            </a:pPr>
            <a:r>
              <a:t>Faster time to market </a:t>
            </a:r>
          </a:p>
          <a:p>
            <a:pPr marL="381000" indent="-381000">
              <a:lnSpc>
                <a:spcPct val="180000"/>
              </a:lnSpc>
              <a:buSzPct val="50000"/>
              <a:buBlip>
                <a:blip r:embed="rId3"/>
              </a:buBlip>
              <a:defRPr sz="2000">
                <a:solidFill>
                  <a:srgbClr val="FFFFFF"/>
                </a:solidFill>
                <a:latin typeface="Open Sans"/>
                <a:ea typeface="Open Sans"/>
                <a:cs typeface="Open Sans"/>
                <a:sym typeface="Open Sans"/>
              </a:defRPr>
            </a:pPr>
            <a:r>
              <a:t>Reduction of cost for data management</a:t>
            </a:r>
          </a:p>
          <a:p>
            <a:pPr marL="381000" indent="-381000">
              <a:lnSpc>
                <a:spcPct val="180000"/>
              </a:lnSpc>
              <a:buSzPct val="50000"/>
              <a:buBlip>
                <a:blip r:embed="rId3"/>
              </a:buBlip>
              <a:defRPr sz="2000">
                <a:solidFill>
                  <a:srgbClr val="FFFFFF"/>
                </a:solidFill>
                <a:latin typeface="Open Sans"/>
                <a:ea typeface="Open Sans"/>
                <a:cs typeface="Open Sans"/>
                <a:sym typeface="Open Sans"/>
              </a:defRPr>
            </a:pPr>
            <a:r>
              <a:t>Reliable product content</a:t>
            </a:r>
          </a:p>
        </p:txBody>
      </p:sp>
      <p:sp>
        <p:nvSpPr>
          <p:cNvPr id="55"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eam">
    <p:spTree>
      <p:nvGrpSpPr>
        <p:cNvPr id="1" name=""/>
        <p:cNvGrpSpPr/>
        <p:nvPr/>
      </p:nvGrpSpPr>
      <p:grpSpPr>
        <a:xfrm>
          <a:off x="0" y="0"/>
          <a:ext cx="0" cy="0"/>
          <a:chOff x="0" y="0"/>
          <a:chExt cx="0" cy="0"/>
        </a:xfrm>
      </p:grpSpPr>
      <p:pic>
        <p:nvPicPr>
          <p:cNvPr id="62"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63" name="Vorm"/>
          <p:cNvSpPr/>
          <p:nvPr/>
        </p:nvSpPr>
        <p:spPr>
          <a:xfrm>
            <a:off x="23552486" y="2262479"/>
            <a:ext cx="9191254" cy="9191042"/>
          </a:xfrm>
          <a:custGeom>
            <a:avLst/>
            <a:gdLst/>
            <a:ahLst/>
            <a:cxnLst>
              <a:cxn ang="0">
                <a:pos x="wd2" y="hd2"/>
              </a:cxn>
              <a:cxn ang="5400000">
                <a:pos x="wd2" y="hd2"/>
              </a:cxn>
              <a:cxn ang="10800000">
                <a:pos x="wd2" y="hd2"/>
              </a:cxn>
              <a:cxn ang="16200000">
                <a:pos x="wd2" y="hd2"/>
              </a:cxn>
            </a:cxnLst>
            <a:rect l="0" t="0" r="r" b="b"/>
            <a:pathLst>
              <a:path w="19679" h="20595" extrusionOk="0">
                <a:moveTo>
                  <a:pt x="9839" y="0"/>
                </a:moveTo>
                <a:cubicBezTo>
                  <a:pt x="7321" y="0"/>
                  <a:pt x="4803" y="1005"/>
                  <a:pt x="2881" y="3016"/>
                </a:cubicBezTo>
                <a:cubicBezTo>
                  <a:pt x="-961" y="7037"/>
                  <a:pt x="-961" y="13557"/>
                  <a:pt x="2881" y="17579"/>
                </a:cubicBezTo>
                <a:cubicBezTo>
                  <a:pt x="6724" y="21600"/>
                  <a:pt x="12954" y="21600"/>
                  <a:pt x="16797" y="17579"/>
                </a:cubicBezTo>
                <a:cubicBezTo>
                  <a:pt x="20639" y="13557"/>
                  <a:pt x="20639" y="7037"/>
                  <a:pt x="16797" y="3016"/>
                </a:cubicBezTo>
                <a:cubicBezTo>
                  <a:pt x="14875" y="1005"/>
                  <a:pt x="12357" y="0"/>
                  <a:pt x="9839" y="0"/>
                </a:cubicBezTo>
                <a:close/>
                <a:moveTo>
                  <a:pt x="9839" y="4874"/>
                </a:moveTo>
                <a:cubicBezTo>
                  <a:pt x="11165" y="4874"/>
                  <a:pt x="12491" y="5404"/>
                  <a:pt x="13503" y="6462"/>
                </a:cubicBezTo>
                <a:cubicBezTo>
                  <a:pt x="15527" y="8580"/>
                  <a:pt x="15527" y="12014"/>
                  <a:pt x="13503" y="14132"/>
                </a:cubicBezTo>
                <a:cubicBezTo>
                  <a:pt x="11479" y="16250"/>
                  <a:pt x="8199" y="16250"/>
                  <a:pt x="6175" y="14132"/>
                </a:cubicBezTo>
                <a:cubicBezTo>
                  <a:pt x="4151" y="12014"/>
                  <a:pt x="4151" y="8580"/>
                  <a:pt x="6175" y="6462"/>
                </a:cubicBezTo>
                <a:cubicBezTo>
                  <a:pt x="7187" y="5404"/>
                  <a:pt x="8513" y="4874"/>
                  <a:pt x="9839" y="4874"/>
                </a:cubicBezTo>
                <a:close/>
              </a:path>
            </a:pathLst>
          </a:custGeom>
          <a:solidFill>
            <a:srgbClr val="FFFFFF"/>
          </a:solidFill>
          <a:ln w="12700">
            <a:miter lim="400000"/>
          </a:ln>
        </p:spPr>
        <p:txBody>
          <a:bodyPr lIns="50800" tIns="50800" rIns="50800" bIns="50800" anchor="ctr"/>
          <a:lstStyle/>
          <a:p>
            <a:pPr defTabSz="825500">
              <a:defRPr sz="3200" b="1">
                <a:solidFill>
                  <a:srgbClr val="FFFFFF"/>
                </a:solidFill>
              </a:defRPr>
            </a:pPr>
            <a:endParaRPr/>
          </a:p>
        </p:txBody>
      </p:sp>
      <p:sp>
        <p:nvSpPr>
          <p:cNvPr id="64" name="Vorm"/>
          <p:cNvSpPr/>
          <p:nvPr/>
        </p:nvSpPr>
        <p:spPr>
          <a:xfrm>
            <a:off x="-8475658" y="2262479"/>
            <a:ext cx="9191254" cy="9191042"/>
          </a:xfrm>
          <a:custGeom>
            <a:avLst/>
            <a:gdLst/>
            <a:ahLst/>
            <a:cxnLst>
              <a:cxn ang="0">
                <a:pos x="wd2" y="hd2"/>
              </a:cxn>
              <a:cxn ang="5400000">
                <a:pos x="wd2" y="hd2"/>
              </a:cxn>
              <a:cxn ang="10800000">
                <a:pos x="wd2" y="hd2"/>
              </a:cxn>
              <a:cxn ang="16200000">
                <a:pos x="wd2" y="hd2"/>
              </a:cxn>
            </a:cxnLst>
            <a:rect l="0" t="0" r="r" b="b"/>
            <a:pathLst>
              <a:path w="19679" h="20595" extrusionOk="0">
                <a:moveTo>
                  <a:pt x="9839" y="0"/>
                </a:moveTo>
                <a:cubicBezTo>
                  <a:pt x="7321" y="0"/>
                  <a:pt x="4803" y="1005"/>
                  <a:pt x="2881" y="3016"/>
                </a:cubicBezTo>
                <a:cubicBezTo>
                  <a:pt x="-961" y="7037"/>
                  <a:pt x="-961" y="13557"/>
                  <a:pt x="2881" y="17579"/>
                </a:cubicBezTo>
                <a:cubicBezTo>
                  <a:pt x="6724" y="21600"/>
                  <a:pt x="12954" y="21600"/>
                  <a:pt x="16797" y="17579"/>
                </a:cubicBezTo>
                <a:cubicBezTo>
                  <a:pt x="20639" y="13557"/>
                  <a:pt x="20639" y="7037"/>
                  <a:pt x="16797" y="3016"/>
                </a:cubicBezTo>
                <a:cubicBezTo>
                  <a:pt x="14875" y="1005"/>
                  <a:pt x="12357" y="0"/>
                  <a:pt x="9839" y="0"/>
                </a:cubicBezTo>
                <a:close/>
                <a:moveTo>
                  <a:pt x="9839" y="4874"/>
                </a:moveTo>
                <a:cubicBezTo>
                  <a:pt x="11165" y="4874"/>
                  <a:pt x="12491" y="5404"/>
                  <a:pt x="13503" y="6462"/>
                </a:cubicBezTo>
                <a:cubicBezTo>
                  <a:pt x="15527" y="8580"/>
                  <a:pt x="15527" y="12014"/>
                  <a:pt x="13503" y="14132"/>
                </a:cubicBezTo>
                <a:cubicBezTo>
                  <a:pt x="11479" y="16250"/>
                  <a:pt x="8199" y="16250"/>
                  <a:pt x="6175" y="14132"/>
                </a:cubicBezTo>
                <a:cubicBezTo>
                  <a:pt x="4151" y="12014"/>
                  <a:pt x="4151" y="8580"/>
                  <a:pt x="6175" y="6462"/>
                </a:cubicBezTo>
                <a:cubicBezTo>
                  <a:pt x="7187" y="5404"/>
                  <a:pt x="8513" y="4874"/>
                  <a:pt x="9839" y="4874"/>
                </a:cubicBezTo>
                <a:close/>
              </a:path>
            </a:pathLst>
          </a:custGeom>
          <a:solidFill>
            <a:srgbClr val="FFFFFF"/>
          </a:solidFill>
          <a:ln w="12700">
            <a:miter lim="400000"/>
          </a:ln>
        </p:spPr>
        <p:txBody>
          <a:bodyPr lIns="50800" tIns="50800" rIns="50800" bIns="50800" anchor="ctr"/>
          <a:lstStyle/>
          <a:p>
            <a:pPr defTabSz="825500">
              <a:defRPr sz="3200" b="1">
                <a:solidFill>
                  <a:srgbClr val="FFFFFF"/>
                </a:solidFill>
              </a:defRPr>
            </a:pPr>
            <a:endParaRPr/>
          </a:p>
        </p:txBody>
      </p:sp>
      <p:sp>
        <p:nvSpPr>
          <p:cNvPr id="65" name="Afbeelding"/>
          <p:cNvSpPr>
            <a:spLocks noGrp="1"/>
          </p:cNvSpPr>
          <p:nvPr>
            <p:ph type="pic" sz="half" idx="21"/>
          </p:nvPr>
        </p:nvSpPr>
        <p:spPr>
          <a:xfrm>
            <a:off x="-1856519" y="4854739"/>
            <a:ext cx="11993475" cy="7995650"/>
          </a:xfrm>
          <a:prstGeom prst="rect">
            <a:avLst/>
          </a:prstGeom>
          <a:ln w="50800">
            <a:solidFill>
              <a:srgbClr val="C8BAA5"/>
            </a:solidFill>
          </a:ln>
        </p:spPr>
        <p:txBody>
          <a:bodyPr lIns="91439" tIns="45719" rIns="91439" bIns="45719">
            <a:noAutofit/>
          </a:bodyPr>
          <a:lstStyle/>
          <a:p>
            <a:endParaRPr/>
          </a:p>
        </p:txBody>
      </p:sp>
      <p:sp>
        <p:nvSpPr>
          <p:cNvPr id="66" name="Jurgen van Kreij"/>
          <p:cNvSpPr txBox="1">
            <a:spLocks noGrp="1"/>
          </p:cNvSpPr>
          <p:nvPr>
            <p:ph type="body" sz="quarter" idx="22"/>
          </p:nvPr>
        </p:nvSpPr>
        <p:spPr>
          <a:xfrm>
            <a:off x="2966006" y="8690912"/>
            <a:ext cx="3491474" cy="444501"/>
          </a:xfrm>
          <a:prstGeom prst="rect">
            <a:avLst/>
          </a:prstGeom>
        </p:spPr>
        <p:txBody>
          <a:bodyPr>
            <a:spAutoFit/>
          </a:bodyPr>
          <a:lstStyle>
            <a:lvl1pPr algn="ctr">
              <a:lnSpc>
                <a:spcPct val="110000"/>
              </a:lnSpc>
              <a:defRPr sz="2000">
                <a:solidFill>
                  <a:srgbClr val="FFFFFF"/>
                </a:solidFill>
                <a:latin typeface="Open Sans"/>
                <a:ea typeface="Open Sans"/>
                <a:cs typeface="Open Sans"/>
                <a:sym typeface="Open Sans"/>
              </a:defRPr>
            </a:lvl1pPr>
          </a:lstStyle>
          <a:p>
            <a:r>
              <a:t>Jurgen van Kreij</a:t>
            </a:r>
          </a:p>
        </p:txBody>
      </p:sp>
      <p:sp>
        <p:nvSpPr>
          <p:cNvPr id="67" name="CEO"/>
          <p:cNvSpPr txBox="1">
            <a:spLocks noGrp="1"/>
          </p:cNvSpPr>
          <p:nvPr>
            <p:ph type="body" sz="quarter" idx="23"/>
          </p:nvPr>
        </p:nvSpPr>
        <p:spPr>
          <a:xfrm>
            <a:off x="2966006" y="9144472"/>
            <a:ext cx="3491474" cy="444501"/>
          </a:xfrm>
          <a:prstGeom prst="rect">
            <a:avLst/>
          </a:prstGeom>
        </p:spPr>
        <p:txBody>
          <a:bodyPr>
            <a:spAutoFit/>
          </a:bodyPr>
          <a:lstStyle>
            <a:lvl1pPr algn="ctr">
              <a:lnSpc>
                <a:spcPct val="110000"/>
              </a:lnSpc>
              <a:defRPr sz="2000" b="0">
                <a:solidFill>
                  <a:srgbClr val="FFFFFF"/>
                </a:solidFill>
                <a:latin typeface="Open Sans"/>
                <a:ea typeface="Open Sans"/>
                <a:cs typeface="Open Sans"/>
                <a:sym typeface="Open Sans"/>
              </a:defRPr>
            </a:lvl1pPr>
          </a:lstStyle>
          <a:p>
            <a:r>
              <a:t>CEO</a:t>
            </a:r>
          </a:p>
        </p:txBody>
      </p:sp>
      <p:sp>
        <p:nvSpPr>
          <p:cNvPr id="68" name="Afbeelding"/>
          <p:cNvSpPr>
            <a:spLocks noGrp="1"/>
          </p:cNvSpPr>
          <p:nvPr>
            <p:ph type="pic" sz="half" idx="24"/>
          </p:nvPr>
        </p:nvSpPr>
        <p:spPr>
          <a:xfrm>
            <a:off x="3130319" y="4854739"/>
            <a:ext cx="11993475" cy="7995650"/>
          </a:xfrm>
          <a:prstGeom prst="rect">
            <a:avLst/>
          </a:prstGeom>
          <a:ln w="50800">
            <a:solidFill>
              <a:srgbClr val="C8BAA5"/>
            </a:solidFill>
          </a:ln>
        </p:spPr>
        <p:txBody>
          <a:bodyPr lIns="91439" tIns="45719" rIns="91439" bIns="45719">
            <a:noAutofit/>
          </a:bodyPr>
          <a:lstStyle/>
          <a:p>
            <a:endParaRPr/>
          </a:p>
        </p:txBody>
      </p:sp>
      <p:sp>
        <p:nvSpPr>
          <p:cNvPr id="69" name="Jurgen van Kreij"/>
          <p:cNvSpPr txBox="1">
            <a:spLocks noGrp="1"/>
          </p:cNvSpPr>
          <p:nvPr>
            <p:ph type="body" sz="quarter" idx="25"/>
          </p:nvPr>
        </p:nvSpPr>
        <p:spPr>
          <a:xfrm>
            <a:off x="7952844" y="8690912"/>
            <a:ext cx="3491474" cy="444501"/>
          </a:xfrm>
          <a:prstGeom prst="rect">
            <a:avLst/>
          </a:prstGeom>
        </p:spPr>
        <p:txBody>
          <a:bodyPr>
            <a:spAutoFit/>
          </a:bodyPr>
          <a:lstStyle>
            <a:lvl1pPr algn="ctr">
              <a:lnSpc>
                <a:spcPct val="110000"/>
              </a:lnSpc>
              <a:defRPr sz="2000">
                <a:solidFill>
                  <a:srgbClr val="FFFFFF"/>
                </a:solidFill>
                <a:latin typeface="Open Sans"/>
                <a:ea typeface="Open Sans"/>
                <a:cs typeface="Open Sans"/>
                <a:sym typeface="Open Sans"/>
              </a:defRPr>
            </a:lvl1pPr>
          </a:lstStyle>
          <a:p>
            <a:r>
              <a:t>Jurgen van Kreij</a:t>
            </a:r>
          </a:p>
        </p:txBody>
      </p:sp>
      <p:sp>
        <p:nvSpPr>
          <p:cNvPr id="70" name="CEO"/>
          <p:cNvSpPr txBox="1">
            <a:spLocks noGrp="1"/>
          </p:cNvSpPr>
          <p:nvPr>
            <p:ph type="body" sz="quarter" idx="26"/>
          </p:nvPr>
        </p:nvSpPr>
        <p:spPr>
          <a:xfrm>
            <a:off x="7952844" y="9144472"/>
            <a:ext cx="3491474" cy="444501"/>
          </a:xfrm>
          <a:prstGeom prst="rect">
            <a:avLst/>
          </a:prstGeom>
        </p:spPr>
        <p:txBody>
          <a:bodyPr>
            <a:spAutoFit/>
          </a:bodyPr>
          <a:lstStyle>
            <a:lvl1pPr algn="ctr">
              <a:lnSpc>
                <a:spcPct val="110000"/>
              </a:lnSpc>
              <a:defRPr sz="2000" b="0">
                <a:solidFill>
                  <a:srgbClr val="FFFFFF"/>
                </a:solidFill>
                <a:latin typeface="Open Sans"/>
                <a:ea typeface="Open Sans"/>
                <a:cs typeface="Open Sans"/>
                <a:sym typeface="Open Sans"/>
              </a:defRPr>
            </a:lvl1pPr>
          </a:lstStyle>
          <a:p>
            <a:r>
              <a:t>CEO</a:t>
            </a:r>
          </a:p>
        </p:txBody>
      </p:sp>
      <p:sp>
        <p:nvSpPr>
          <p:cNvPr id="71" name="Afbeelding"/>
          <p:cNvSpPr>
            <a:spLocks noGrp="1"/>
          </p:cNvSpPr>
          <p:nvPr>
            <p:ph type="pic" sz="half" idx="27"/>
          </p:nvPr>
        </p:nvSpPr>
        <p:spPr>
          <a:xfrm>
            <a:off x="8117158" y="4854739"/>
            <a:ext cx="11993474" cy="7995650"/>
          </a:xfrm>
          <a:prstGeom prst="rect">
            <a:avLst/>
          </a:prstGeom>
          <a:ln w="50800">
            <a:solidFill>
              <a:srgbClr val="C8BAA5"/>
            </a:solidFill>
          </a:ln>
        </p:spPr>
        <p:txBody>
          <a:bodyPr lIns="91439" tIns="45719" rIns="91439" bIns="45719">
            <a:noAutofit/>
          </a:bodyPr>
          <a:lstStyle/>
          <a:p>
            <a:endParaRPr/>
          </a:p>
        </p:txBody>
      </p:sp>
      <p:sp>
        <p:nvSpPr>
          <p:cNvPr id="72" name="Jurgen van Kreij"/>
          <p:cNvSpPr txBox="1">
            <a:spLocks noGrp="1"/>
          </p:cNvSpPr>
          <p:nvPr>
            <p:ph type="body" sz="quarter" idx="28"/>
          </p:nvPr>
        </p:nvSpPr>
        <p:spPr>
          <a:xfrm>
            <a:off x="12939683" y="8690912"/>
            <a:ext cx="3491473" cy="444501"/>
          </a:xfrm>
          <a:prstGeom prst="rect">
            <a:avLst/>
          </a:prstGeom>
        </p:spPr>
        <p:txBody>
          <a:bodyPr>
            <a:spAutoFit/>
          </a:bodyPr>
          <a:lstStyle>
            <a:lvl1pPr algn="ctr">
              <a:lnSpc>
                <a:spcPct val="110000"/>
              </a:lnSpc>
              <a:defRPr sz="2000">
                <a:solidFill>
                  <a:srgbClr val="FFFFFF"/>
                </a:solidFill>
                <a:latin typeface="Open Sans"/>
                <a:ea typeface="Open Sans"/>
                <a:cs typeface="Open Sans"/>
                <a:sym typeface="Open Sans"/>
              </a:defRPr>
            </a:lvl1pPr>
          </a:lstStyle>
          <a:p>
            <a:r>
              <a:t>Jurgen van Kreij</a:t>
            </a:r>
          </a:p>
        </p:txBody>
      </p:sp>
      <p:sp>
        <p:nvSpPr>
          <p:cNvPr id="73" name="CEO"/>
          <p:cNvSpPr txBox="1">
            <a:spLocks noGrp="1"/>
          </p:cNvSpPr>
          <p:nvPr>
            <p:ph type="body" sz="quarter" idx="29"/>
          </p:nvPr>
        </p:nvSpPr>
        <p:spPr>
          <a:xfrm>
            <a:off x="12939683" y="9144472"/>
            <a:ext cx="3491473" cy="444501"/>
          </a:xfrm>
          <a:prstGeom prst="rect">
            <a:avLst/>
          </a:prstGeom>
        </p:spPr>
        <p:txBody>
          <a:bodyPr>
            <a:spAutoFit/>
          </a:bodyPr>
          <a:lstStyle>
            <a:lvl1pPr algn="ctr">
              <a:lnSpc>
                <a:spcPct val="110000"/>
              </a:lnSpc>
              <a:defRPr sz="2000" b="0">
                <a:solidFill>
                  <a:srgbClr val="FFFFFF"/>
                </a:solidFill>
                <a:latin typeface="Open Sans"/>
                <a:ea typeface="Open Sans"/>
                <a:cs typeface="Open Sans"/>
                <a:sym typeface="Open Sans"/>
              </a:defRPr>
            </a:lvl1pPr>
          </a:lstStyle>
          <a:p>
            <a:r>
              <a:t>CEO</a:t>
            </a:r>
          </a:p>
        </p:txBody>
      </p:sp>
      <p:sp>
        <p:nvSpPr>
          <p:cNvPr id="74" name="Afbeelding"/>
          <p:cNvSpPr>
            <a:spLocks noGrp="1"/>
          </p:cNvSpPr>
          <p:nvPr>
            <p:ph type="pic" sz="half" idx="30"/>
          </p:nvPr>
        </p:nvSpPr>
        <p:spPr>
          <a:xfrm>
            <a:off x="13103995" y="4854739"/>
            <a:ext cx="11993474" cy="7995650"/>
          </a:xfrm>
          <a:prstGeom prst="rect">
            <a:avLst/>
          </a:prstGeom>
          <a:ln w="50800">
            <a:solidFill>
              <a:srgbClr val="C8BAA5"/>
            </a:solidFill>
          </a:ln>
        </p:spPr>
        <p:txBody>
          <a:bodyPr lIns="91439" tIns="45719" rIns="91439" bIns="45719">
            <a:noAutofit/>
          </a:bodyPr>
          <a:lstStyle/>
          <a:p>
            <a:endParaRPr/>
          </a:p>
        </p:txBody>
      </p:sp>
      <p:sp>
        <p:nvSpPr>
          <p:cNvPr id="75" name="Jurgen van Kreij"/>
          <p:cNvSpPr txBox="1">
            <a:spLocks noGrp="1"/>
          </p:cNvSpPr>
          <p:nvPr>
            <p:ph type="body" sz="quarter" idx="31"/>
          </p:nvPr>
        </p:nvSpPr>
        <p:spPr>
          <a:xfrm>
            <a:off x="17926521" y="8690912"/>
            <a:ext cx="3491474" cy="444501"/>
          </a:xfrm>
          <a:prstGeom prst="rect">
            <a:avLst/>
          </a:prstGeom>
        </p:spPr>
        <p:txBody>
          <a:bodyPr>
            <a:spAutoFit/>
          </a:bodyPr>
          <a:lstStyle>
            <a:lvl1pPr algn="ctr">
              <a:lnSpc>
                <a:spcPct val="110000"/>
              </a:lnSpc>
              <a:defRPr sz="2000">
                <a:solidFill>
                  <a:srgbClr val="FFFFFF"/>
                </a:solidFill>
                <a:latin typeface="Open Sans"/>
                <a:ea typeface="Open Sans"/>
                <a:cs typeface="Open Sans"/>
                <a:sym typeface="Open Sans"/>
              </a:defRPr>
            </a:lvl1pPr>
          </a:lstStyle>
          <a:p>
            <a:r>
              <a:t>Jurgen van Kreij</a:t>
            </a:r>
          </a:p>
        </p:txBody>
      </p:sp>
      <p:sp>
        <p:nvSpPr>
          <p:cNvPr id="76" name="CEO"/>
          <p:cNvSpPr txBox="1">
            <a:spLocks noGrp="1"/>
          </p:cNvSpPr>
          <p:nvPr>
            <p:ph type="body" sz="quarter" idx="32"/>
          </p:nvPr>
        </p:nvSpPr>
        <p:spPr>
          <a:xfrm>
            <a:off x="17926521" y="9144472"/>
            <a:ext cx="3491474" cy="444501"/>
          </a:xfrm>
          <a:prstGeom prst="rect">
            <a:avLst/>
          </a:prstGeom>
        </p:spPr>
        <p:txBody>
          <a:bodyPr>
            <a:spAutoFit/>
          </a:bodyPr>
          <a:lstStyle>
            <a:lvl1pPr algn="ctr">
              <a:lnSpc>
                <a:spcPct val="110000"/>
              </a:lnSpc>
              <a:defRPr sz="2000" b="0">
                <a:solidFill>
                  <a:srgbClr val="FFFFFF"/>
                </a:solidFill>
                <a:latin typeface="Open Sans"/>
                <a:ea typeface="Open Sans"/>
                <a:cs typeface="Open Sans"/>
                <a:sym typeface="Open Sans"/>
              </a:defRPr>
            </a:lvl1pPr>
          </a:lstStyle>
          <a:p>
            <a:r>
              <a:t>CEO</a:t>
            </a:r>
          </a:p>
        </p:txBody>
      </p:sp>
      <p:sp>
        <p:nvSpPr>
          <p:cNvPr id="77" name="Make it dynamic"/>
          <p:cNvSpPr txBox="1">
            <a:spLocks noGrp="1"/>
          </p:cNvSpPr>
          <p:nvPr>
            <p:ph type="body" sz="quarter" idx="33"/>
          </p:nvPr>
        </p:nvSpPr>
        <p:spPr>
          <a:xfrm>
            <a:off x="2205419" y="1633351"/>
            <a:ext cx="4082803" cy="800101"/>
          </a:xfrm>
          <a:prstGeom prst="rect">
            <a:avLst/>
          </a:prstGeom>
        </p:spPr>
        <p:txBody>
          <a:bodyPr wrap="none">
            <a:spAutoFit/>
          </a:bodyPr>
          <a:lstStyle/>
          <a:p>
            <a:pPr lvl="1" indent="0" defTabSz="2438338">
              <a:lnSpc>
                <a:spcPct val="80000"/>
              </a:lnSpc>
              <a:defRPr sz="4000" spc="-199">
                <a:solidFill>
                  <a:srgbClr val="FFFFFF"/>
                </a:solidFill>
                <a:latin typeface="OpenSans-Extrabold"/>
                <a:ea typeface="OpenSans-Extrabold"/>
                <a:cs typeface="OpenSans-Extrabold"/>
                <a:sym typeface="OpenSans-Extrabold"/>
              </a:defRPr>
            </a:pPr>
            <a:r>
              <a:t>Make it dynamic</a:t>
            </a:r>
          </a:p>
        </p:txBody>
      </p:sp>
      <p:sp>
        <p:nvSpPr>
          <p:cNvPr id="78" name="Het team achter Innovadis"/>
          <p:cNvSpPr txBox="1">
            <a:spLocks noGrp="1"/>
          </p:cNvSpPr>
          <p:nvPr>
            <p:ph type="body" sz="quarter" idx="34"/>
          </p:nvPr>
        </p:nvSpPr>
        <p:spPr>
          <a:xfrm>
            <a:off x="2212311" y="2544943"/>
            <a:ext cx="9332036" cy="2174241"/>
          </a:xfrm>
          <a:prstGeom prst="rect">
            <a:avLst/>
          </a:prstGeom>
        </p:spPr>
        <p:txBody>
          <a:bodyPr>
            <a:spAutoFit/>
          </a:bodyPr>
          <a:lstStyle/>
          <a:p>
            <a:pPr lvl="1" indent="0" defTabSz="2438338">
              <a:lnSpc>
                <a:spcPct val="70000"/>
              </a:lnSpc>
              <a:defRPr sz="7000" spc="-349">
                <a:solidFill>
                  <a:srgbClr val="C7BCAA"/>
                </a:solidFill>
                <a:latin typeface="OpenSans-Extrabold"/>
                <a:ea typeface="OpenSans-Extrabold"/>
                <a:cs typeface="OpenSans-Extrabold"/>
                <a:sym typeface="OpenSans-Extrabold"/>
              </a:defRPr>
            </a:pPr>
            <a:r>
              <a:t>Het team achter Innovadis</a:t>
            </a:r>
          </a:p>
        </p:txBody>
      </p:sp>
      <p:sp>
        <p:nvSpPr>
          <p:cNvPr id="79"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1_Video slide">
    <p:bg>
      <p:bgPr>
        <a:solidFill>
          <a:srgbClr val="FFFFFF"/>
        </a:solidFill>
        <a:effectLst/>
      </p:bgPr>
    </p:bg>
    <p:spTree>
      <p:nvGrpSpPr>
        <p:cNvPr id="1" name=""/>
        <p:cNvGrpSpPr/>
        <p:nvPr/>
      </p:nvGrpSpPr>
      <p:grpSpPr>
        <a:xfrm>
          <a:off x="0" y="0"/>
          <a:ext cx="0" cy="0"/>
          <a:chOff x="0" y="0"/>
          <a:chExt cx="0" cy="0"/>
        </a:xfrm>
      </p:grpSpPr>
      <p:sp>
        <p:nvSpPr>
          <p:cNvPr id="100" name="greg-rakozy-oMpAz-DN-9I-unsplash.jpg"/>
          <p:cNvSpPr>
            <a:spLocks noGrp="1"/>
          </p:cNvSpPr>
          <p:nvPr>
            <p:ph type="pic" idx="21"/>
          </p:nvPr>
        </p:nvSpPr>
        <p:spPr>
          <a:xfrm>
            <a:off x="0" y="-1270000"/>
            <a:ext cx="24384000" cy="16256000"/>
          </a:xfrm>
          <a:prstGeom prst="rect">
            <a:avLst/>
          </a:prstGeom>
        </p:spPr>
        <p:txBody>
          <a:bodyPr lIns="91439" tIns="45719" rIns="91439" bIns="45719">
            <a:noAutofit/>
          </a:bodyPr>
          <a:lstStyle/>
          <a:p>
            <a:endParaRPr/>
          </a:p>
        </p:txBody>
      </p:sp>
      <p:pic>
        <p:nvPicPr>
          <p:cNvPr id="101"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102" name="Vorm"/>
          <p:cNvSpPr/>
          <p:nvPr/>
        </p:nvSpPr>
        <p:spPr>
          <a:xfrm>
            <a:off x="19783091" y="2262479"/>
            <a:ext cx="9191255" cy="9191042"/>
          </a:xfrm>
          <a:custGeom>
            <a:avLst/>
            <a:gdLst/>
            <a:ahLst/>
            <a:cxnLst>
              <a:cxn ang="0">
                <a:pos x="wd2" y="hd2"/>
              </a:cxn>
              <a:cxn ang="5400000">
                <a:pos x="wd2" y="hd2"/>
              </a:cxn>
              <a:cxn ang="10800000">
                <a:pos x="wd2" y="hd2"/>
              </a:cxn>
              <a:cxn ang="16200000">
                <a:pos x="wd2" y="hd2"/>
              </a:cxn>
            </a:cxnLst>
            <a:rect l="0" t="0" r="r" b="b"/>
            <a:pathLst>
              <a:path w="19679" h="20595" extrusionOk="0">
                <a:moveTo>
                  <a:pt x="9839" y="0"/>
                </a:moveTo>
                <a:cubicBezTo>
                  <a:pt x="7321" y="0"/>
                  <a:pt x="4803" y="1005"/>
                  <a:pt x="2881" y="3016"/>
                </a:cubicBezTo>
                <a:cubicBezTo>
                  <a:pt x="-961" y="7037"/>
                  <a:pt x="-961" y="13557"/>
                  <a:pt x="2881" y="17579"/>
                </a:cubicBezTo>
                <a:cubicBezTo>
                  <a:pt x="6724" y="21600"/>
                  <a:pt x="12954" y="21600"/>
                  <a:pt x="16797" y="17579"/>
                </a:cubicBezTo>
                <a:cubicBezTo>
                  <a:pt x="20639" y="13557"/>
                  <a:pt x="20639" y="7037"/>
                  <a:pt x="16797" y="3016"/>
                </a:cubicBezTo>
                <a:cubicBezTo>
                  <a:pt x="14875" y="1005"/>
                  <a:pt x="12357" y="0"/>
                  <a:pt x="9839" y="0"/>
                </a:cubicBezTo>
                <a:close/>
                <a:moveTo>
                  <a:pt x="9839" y="4874"/>
                </a:moveTo>
                <a:cubicBezTo>
                  <a:pt x="11165" y="4874"/>
                  <a:pt x="12491" y="5404"/>
                  <a:pt x="13503" y="6462"/>
                </a:cubicBezTo>
                <a:cubicBezTo>
                  <a:pt x="15527" y="8580"/>
                  <a:pt x="15527" y="12014"/>
                  <a:pt x="13503" y="14132"/>
                </a:cubicBezTo>
                <a:cubicBezTo>
                  <a:pt x="11479" y="16250"/>
                  <a:pt x="8199" y="16250"/>
                  <a:pt x="6175" y="14132"/>
                </a:cubicBezTo>
                <a:cubicBezTo>
                  <a:pt x="4151" y="12014"/>
                  <a:pt x="4151" y="8580"/>
                  <a:pt x="6175" y="6462"/>
                </a:cubicBezTo>
                <a:cubicBezTo>
                  <a:pt x="7187" y="5404"/>
                  <a:pt x="8513" y="4874"/>
                  <a:pt x="9839" y="4874"/>
                </a:cubicBezTo>
                <a:close/>
              </a:path>
            </a:pathLst>
          </a:custGeom>
          <a:solidFill>
            <a:srgbClr val="FFFFFF"/>
          </a:solidFill>
          <a:ln w="12700">
            <a:miter lim="400000"/>
          </a:ln>
        </p:spPr>
        <p:txBody>
          <a:bodyPr lIns="50800" tIns="50800" rIns="50800" bIns="50800" anchor="ctr"/>
          <a:lstStyle/>
          <a:p>
            <a:pPr defTabSz="825500">
              <a:defRPr sz="3200" b="1">
                <a:solidFill>
                  <a:srgbClr val="FFFFFF"/>
                </a:solidFill>
              </a:defRPr>
            </a:pPr>
            <a:endParaRPr/>
          </a:p>
        </p:txBody>
      </p:sp>
      <p:sp>
        <p:nvSpPr>
          <p:cNvPr id="103" name="our culture"/>
          <p:cNvSpPr txBox="1">
            <a:spLocks noGrp="1"/>
          </p:cNvSpPr>
          <p:nvPr>
            <p:ph type="body" sz="quarter" idx="22"/>
          </p:nvPr>
        </p:nvSpPr>
        <p:spPr>
          <a:xfrm>
            <a:off x="2205419" y="1633351"/>
            <a:ext cx="2763839" cy="800101"/>
          </a:xfrm>
          <a:prstGeom prst="rect">
            <a:avLst/>
          </a:prstGeom>
        </p:spPr>
        <p:txBody>
          <a:bodyPr wrap="none">
            <a:spAutoFit/>
          </a:bodyPr>
          <a:lstStyle/>
          <a:p>
            <a:pPr lvl="1" indent="0" defTabSz="2438338">
              <a:lnSpc>
                <a:spcPct val="80000"/>
              </a:lnSpc>
              <a:defRPr sz="4000" spc="-199">
                <a:solidFill>
                  <a:srgbClr val="FFFFFF"/>
                </a:solidFill>
                <a:latin typeface="OpenSans-Extrabold"/>
                <a:ea typeface="OpenSans-Extrabold"/>
                <a:cs typeface="OpenSans-Extrabold"/>
                <a:sym typeface="OpenSans-Extrabold"/>
              </a:defRPr>
            </a:pPr>
            <a:r>
              <a:t>our culture</a:t>
            </a:r>
          </a:p>
        </p:txBody>
      </p:sp>
      <p:sp>
        <p:nvSpPr>
          <p:cNvPr id="104" name="We are the explorers,…"/>
          <p:cNvSpPr txBox="1">
            <a:spLocks noGrp="1"/>
          </p:cNvSpPr>
          <p:nvPr>
            <p:ph type="body" sz="quarter" idx="23"/>
          </p:nvPr>
        </p:nvSpPr>
        <p:spPr>
          <a:xfrm>
            <a:off x="2212311" y="2544943"/>
            <a:ext cx="9332036" cy="3881121"/>
          </a:xfrm>
          <a:prstGeom prst="rect">
            <a:avLst/>
          </a:prstGeom>
        </p:spPr>
        <p:txBody>
          <a:bodyPr>
            <a:spAutoFit/>
          </a:bodyPr>
          <a:lstStyle/>
          <a:p>
            <a:pPr lvl="1" indent="0" defTabSz="2438338">
              <a:lnSpc>
                <a:spcPct val="70000"/>
              </a:lnSpc>
              <a:defRPr sz="7000" spc="-349">
                <a:solidFill>
                  <a:srgbClr val="C7BCAA"/>
                </a:solidFill>
                <a:latin typeface="OpenSans-Extrabold"/>
                <a:ea typeface="OpenSans-Extrabold"/>
                <a:cs typeface="OpenSans-Extrabold"/>
                <a:sym typeface="OpenSans-Extrabold"/>
              </a:defRPr>
            </a:pPr>
            <a:r>
              <a:t>We are the explorers, </a:t>
            </a:r>
          </a:p>
          <a:p>
            <a:pPr lvl="1" indent="0" defTabSz="2438338">
              <a:lnSpc>
                <a:spcPct val="70000"/>
              </a:lnSpc>
              <a:defRPr sz="7000" spc="-349">
                <a:solidFill>
                  <a:srgbClr val="C7BCAA"/>
                </a:solidFill>
                <a:latin typeface="OpenSans-Extrabold"/>
                <a:ea typeface="OpenSans-Extrabold"/>
                <a:cs typeface="OpenSans-Extrabold"/>
                <a:sym typeface="OpenSans-Extrabold"/>
              </a:defRPr>
            </a:pPr>
            <a:r>
              <a:t>the shakers, </a:t>
            </a:r>
            <a:br/>
            <a:r>
              <a:t>the positive impact makers!</a:t>
            </a:r>
          </a:p>
        </p:txBody>
      </p:sp>
      <p:sp>
        <p:nvSpPr>
          <p:cNvPr id="105"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Foto slide">
    <p:spTree>
      <p:nvGrpSpPr>
        <p:cNvPr id="1" name=""/>
        <p:cNvGrpSpPr/>
        <p:nvPr/>
      </p:nvGrpSpPr>
      <p:grpSpPr>
        <a:xfrm>
          <a:off x="0" y="0"/>
          <a:ext cx="0" cy="0"/>
          <a:chOff x="0" y="0"/>
          <a:chExt cx="0" cy="0"/>
        </a:xfrm>
      </p:grpSpPr>
      <p:sp>
        <p:nvSpPr>
          <p:cNvPr id="112" name="Afbeelding"/>
          <p:cNvSpPr>
            <a:spLocks noGrp="1"/>
          </p:cNvSpPr>
          <p:nvPr>
            <p:ph type="pic" idx="21"/>
          </p:nvPr>
        </p:nvSpPr>
        <p:spPr>
          <a:xfrm>
            <a:off x="8119082" y="10160"/>
            <a:ext cx="23043781" cy="13716001"/>
          </a:xfrm>
          <a:prstGeom prst="rect">
            <a:avLst/>
          </a:prstGeom>
        </p:spPr>
        <p:txBody>
          <a:bodyPr lIns="91439" tIns="45719" rIns="91439" bIns="45719">
            <a:noAutofit/>
          </a:bodyPr>
          <a:lstStyle/>
          <a:p>
            <a:endParaRPr/>
          </a:p>
        </p:txBody>
      </p:sp>
      <p:sp>
        <p:nvSpPr>
          <p:cNvPr id="113" name="Rechthoek"/>
          <p:cNvSpPr/>
          <p:nvPr/>
        </p:nvSpPr>
        <p:spPr>
          <a:xfrm>
            <a:off x="-265361" y="0"/>
            <a:ext cx="15691710" cy="13716001"/>
          </a:xfrm>
          <a:prstGeom prst="rect">
            <a:avLst/>
          </a:prstGeom>
          <a:gradFill>
            <a:gsLst>
              <a:gs pos="0">
                <a:srgbClr val="131312"/>
              </a:gs>
              <a:gs pos="100000">
                <a:srgbClr val="000000">
                  <a:alpha val="0"/>
                </a:srgbClr>
              </a:gs>
            </a:gsLst>
          </a:gradFill>
          <a:ln w="12700">
            <a:miter lim="400000"/>
          </a:ln>
        </p:spPr>
        <p:txBody>
          <a:bodyPr lIns="50800" tIns="50800" rIns="50800" bIns="50800" anchor="ctr"/>
          <a:lstStyle/>
          <a:p>
            <a:pPr defTabSz="825500">
              <a:defRPr sz="3200">
                <a:solidFill>
                  <a:srgbClr val="000000">
                    <a:alpha val="38374"/>
                  </a:srgbClr>
                </a:solidFill>
                <a:latin typeface="Helvetica Neue Medium"/>
                <a:ea typeface="Helvetica Neue Medium"/>
                <a:cs typeface="Helvetica Neue Medium"/>
                <a:sym typeface="Helvetica Neue Medium"/>
              </a:defRPr>
            </a:pPr>
            <a:endParaRPr/>
          </a:p>
        </p:txBody>
      </p:sp>
      <p:sp>
        <p:nvSpPr>
          <p:cNvPr id="114" name="Rechthoek"/>
          <p:cNvSpPr/>
          <p:nvPr/>
        </p:nvSpPr>
        <p:spPr>
          <a:xfrm>
            <a:off x="-265361" y="-290588"/>
            <a:ext cx="15691710" cy="14297176"/>
          </a:xfrm>
          <a:prstGeom prst="rect">
            <a:avLst/>
          </a:prstGeom>
          <a:gradFill>
            <a:gsLst>
              <a:gs pos="0">
                <a:srgbClr val="131312"/>
              </a:gs>
              <a:gs pos="100000">
                <a:srgbClr val="000000">
                  <a:alpha val="0"/>
                </a:srgbClr>
              </a:gs>
            </a:gsLst>
          </a:gradFill>
          <a:ln w="12700">
            <a:miter lim="400000"/>
          </a:ln>
        </p:spPr>
        <p:txBody>
          <a:bodyPr lIns="50800" tIns="50800" rIns="50800" bIns="50800" anchor="ctr"/>
          <a:lstStyle/>
          <a:p>
            <a:pPr defTabSz="825500">
              <a:defRPr sz="3200">
                <a:solidFill>
                  <a:srgbClr val="000000">
                    <a:alpha val="38374"/>
                  </a:srgbClr>
                </a:solidFill>
                <a:latin typeface="Helvetica Neue Medium"/>
                <a:ea typeface="Helvetica Neue Medium"/>
                <a:cs typeface="Helvetica Neue Medium"/>
                <a:sym typeface="Helvetica Neue Medium"/>
              </a:defRPr>
            </a:pPr>
            <a:endParaRPr/>
          </a:p>
        </p:txBody>
      </p:sp>
      <p:sp>
        <p:nvSpPr>
          <p:cNvPr id="115" name="Rechthoek"/>
          <p:cNvSpPr/>
          <p:nvPr/>
        </p:nvSpPr>
        <p:spPr>
          <a:xfrm>
            <a:off x="-265361" y="-1"/>
            <a:ext cx="15691710" cy="13716001"/>
          </a:xfrm>
          <a:prstGeom prst="rect">
            <a:avLst/>
          </a:prstGeom>
          <a:gradFill>
            <a:gsLst>
              <a:gs pos="0">
                <a:srgbClr val="131312"/>
              </a:gs>
              <a:gs pos="100000">
                <a:srgbClr val="000000">
                  <a:alpha val="0"/>
                </a:srgbClr>
              </a:gs>
            </a:gsLst>
          </a:gradFill>
          <a:ln w="12700">
            <a:miter lim="400000"/>
          </a:ln>
        </p:spPr>
        <p:txBody>
          <a:bodyPr lIns="50800" tIns="50800" rIns="50800" bIns="50800" anchor="ctr"/>
          <a:lstStyle/>
          <a:p>
            <a:pPr defTabSz="825500">
              <a:defRPr sz="3200">
                <a:solidFill>
                  <a:srgbClr val="000000">
                    <a:alpha val="38374"/>
                  </a:srgbClr>
                </a:solidFill>
                <a:latin typeface="Helvetica Neue Medium"/>
                <a:ea typeface="Helvetica Neue Medium"/>
                <a:cs typeface="Helvetica Neue Medium"/>
                <a:sym typeface="Helvetica Neue Medium"/>
              </a:defRPr>
            </a:pPr>
            <a:endParaRPr/>
          </a:p>
        </p:txBody>
      </p:sp>
      <p:pic>
        <p:nvPicPr>
          <p:cNvPr id="116"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117" name="Boyan Slat"/>
          <p:cNvSpPr txBox="1">
            <a:spLocks noGrp="1"/>
          </p:cNvSpPr>
          <p:nvPr>
            <p:ph type="body" sz="quarter" idx="22"/>
          </p:nvPr>
        </p:nvSpPr>
        <p:spPr>
          <a:xfrm>
            <a:off x="2205419" y="1633351"/>
            <a:ext cx="2622303" cy="800101"/>
          </a:xfrm>
          <a:prstGeom prst="rect">
            <a:avLst/>
          </a:prstGeom>
        </p:spPr>
        <p:txBody>
          <a:bodyPr wrap="none">
            <a:spAutoFit/>
          </a:bodyPr>
          <a:lstStyle/>
          <a:p>
            <a:pPr lvl="1" indent="0" defTabSz="2438338">
              <a:lnSpc>
                <a:spcPct val="80000"/>
              </a:lnSpc>
              <a:defRPr sz="4000" spc="-199">
                <a:solidFill>
                  <a:srgbClr val="FFFFFF"/>
                </a:solidFill>
                <a:latin typeface="OpenSans-Extrabold"/>
                <a:ea typeface="OpenSans-Extrabold"/>
                <a:cs typeface="OpenSans-Extrabold"/>
                <a:sym typeface="OpenSans-Extrabold"/>
              </a:defRPr>
            </a:pPr>
            <a:r>
              <a:t>Boyan Slat</a:t>
            </a:r>
          </a:p>
        </p:txBody>
      </p:sp>
      <p:sp>
        <p:nvSpPr>
          <p:cNvPr id="118" name="Oprichter van  The Ocean Cleanup"/>
          <p:cNvSpPr txBox="1">
            <a:spLocks noGrp="1"/>
          </p:cNvSpPr>
          <p:nvPr>
            <p:ph type="body" sz="quarter" idx="23"/>
          </p:nvPr>
        </p:nvSpPr>
        <p:spPr>
          <a:xfrm>
            <a:off x="2212311" y="2544943"/>
            <a:ext cx="9332036" cy="2174241"/>
          </a:xfrm>
          <a:prstGeom prst="rect">
            <a:avLst/>
          </a:prstGeom>
        </p:spPr>
        <p:txBody>
          <a:bodyPr>
            <a:spAutoFit/>
          </a:bodyPr>
          <a:lstStyle/>
          <a:p>
            <a:pPr lvl="1" indent="0" defTabSz="2438338">
              <a:lnSpc>
                <a:spcPct val="70000"/>
              </a:lnSpc>
              <a:defRPr sz="7000" spc="-349">
                <a:solidFill>
                  <a:srgbClr val="C7BCAA"/>
                </a:solidFill>
                <a:latin typeface="OpenSans-Extrabold"/>
                <a:ea typeface="OpenSans-Extrabold"/>
                <a:cs typeface="OpenSans-Extrabold"/>
                <a:sym typeface="OpenSans-Extrabold"/>
              </a:defRPr>
            </a:pPr>
            <a:r>
              <a:t>Oprichter van </a:t>
            </a:r>
            <a:br/>
            <a:r>
              <a:rPr>
                <a:solidFill>
                  <a:srgbClr val="FFFFFF"/>
                </a:solidFill>
              </a:rPr>
              <a:t>The Ocean Cleanup</a:t>
            </a:r>
          </a:p>
        </p:txBody>
      </p:sp>
      <p:sp>
        <p:nvSpPr>
          <p:cNvPr id="119" name="Vorm"/>
          <p:cNvSpPr/>
          <p:nvPr/>
        </p:nvSpPr>
        <p:spPr>
          <a:xfrm>
            <a:off x="-2179425" y="9763934"/>
            <a:ext cx="6719070" cy="6718914"/>
          </a:xfrm>
          <a:custGeom>
            <a:avLst/>
            <a:gdLst/>
            <a:ahLst/>
            <a:cxnLst>
              <a:cxn ang="0">
                <a:pos x="wd2" y="hd2"/>
              </a:cxn>
              <a:cxn ang="5400000">
                <a:pos x="wd2" y="hd2"/>
              </a:cxn>
              <a:cxn ang="10800000">
                <a:pos x="wd2" y="hd2"/>
              </a:cxn>
              <a:cxn ang="16200000">
                <a:pos x="wd2" y="hd2"/>
              </a:cxn>
            </a:cxnLst>
            <a:rect l="0" t="0" r="r" b="b"/>
            <a:pathLst>
              <a:path w="19679" h="20595" extrusionOk="0">
                <a:moveTo>
                  <a:pt x="9839" y="0"/>
                </a:moveTo>
                <a:cubicBezTo>
                  <a:pt x="7321" y="0"/>
                  <a:pt x="4803" y="1005"/>
                  <a:pt x="2881" y="3016"/>
                </a:cubicBezTo>
                <a:cubicBezTo>
                  <a:pt x="-961" y="7037"/>
                  <a:pt x="-961" y="13557"/>
                  <a:pt x="2881" y="17579"/>
                </a:cubicBezTo>
                <a:cubicBezTo>
                  <a:pt x="6724" y="21600"/>
                  <a:pt x="12954" y="21600"/>
                  <a:pt x="16797" y="17579"/>
                </a:cubicBezTo>
                <a:cubicBezTo>
                  <a:pt x="20639" y="13557"/>
                  <a:pt x="20639" y="7037"/>
                  <a:pt x="16797" y="3016"/>
                </a:cubicBezTo>
                <a:cubicBezTo>
                  <a:pt x="14875" y="1005"/>
                  <a:pt x="12357" y="0"/>
                  <a:pt x="9839" y="0"/>
                </a:cubicBezTo>
                <a:close/>
                <a:moveTo>
                  <a:pt x="9839" y="4874"/>
                </a:moveTo>
                <a:cubicBezTo>
                  <a:pt x="11165" y="4874"/>
                  <a:pt x="12491" y="5404"/>
                  <a:pt x="13503" y="6462"/>
                </a:cubicBezTo>
                <a:cubicBezTo>
                  <a:pt x="15527" y="8580"/>
                  <a:pt x="15527" y="12014"/>
                  <a:pt x="13503" y="14132"/>
                </a:cubicBezTo>
                <a:cubicBezTo>
                  <a:pt x="11479" y="16250"/>
                  <a:pt x="8199" y="16250"/>
                  <a:pt x="6175" y="14132"/>
                </a:cubicBezTo>
                <a:cubicBezTo>
                  <a:pt x="4151" y="12014"/>
                  <a:pt x="4151" y="8580"/>
                  <a:pt x="6175" y="6462"/>
                </a:cubicBezTo>
                <a:cubicBezTo>
                  <a:pt x="7187" y="5404"/>
                  <a:pt x="8513" y="4874"/>
                  <a:pt x="9839" y="4874"/>
                </a:cubicBezTo>
                <a:close/>
              </a:path>
            </a:pathLst>
          </a:custGeom>
          <a:solidFill>
            <a:srgbClr val="FFFFFF"/>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120"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Rode titel slide">
    <p:bg>
      <p:bgPr>
        <a:solidFill>
          <a:srgbClr val="D04E3F"/>
        </a:solidFill>
        <a:effectLst/>
      </p:bgPr>
    </p:bg>
    <p:spTree>
      <p:nvGrpSpPr>
        <p:cNvPr id="1" name=""/>
        <p:cNvGrpSpPr/>
        <p:nvPr/>
      </p:nvGrpSpPr>
      <p:grpSpPr>
        <a:xfrm>
          <a:off x="0" y="0"/>
          <a:ext cx="0" cy="0"/>
          <a:chOff x="0" y="0"/>
          <a:chExt cx="0" cy="0"/>
        </a:xfrm>
      </p:grpSpPr>
      <p:pic>
        <p:nvPicPr>
          <p:cNvPr id="127"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128" name="Plaats hier een…"/>
          <p:cNvSpPr txBox="1">
            <a:spLocks noGrp="1"/>
          </p:cNvSpPr>
          <p:nvPr>
            <p:ph type="body" sz="half" idx="21"/>
          </p:nvPr>
        </p:nvSpPr>
        <p:spPr>
          <a:xfrm>
            <a:off x="2220209" y="4333976"/>
            <a:ext cx="16196200" cy="5069841"/>
          </a:xfrm>
          <a:prstGeom prst="rect">
            <a:avLst/>
          </a:prstGeom>
        </p:spPr>
        <p:txBody>
          <a:bodyPr anchor="ctr">
            <a:spAutoFit/>
          </a:bodyPr>
          <a:lstStyle/>
          <a:p>
            <a:pPr lvl="1" indent="0" defTabSz="2438338">
              <a:lnSpc>
                <a:spcPct val="70000"/>
              </a:lnSpc>
              <a:defRPr sz="12000" spc="-599">
                <a:solidFill>
                  <a:srgbClr val="FFFFFF"/>
                </a:solidFill>
                <a:latin typeface="OpenSans-Extrabold"/>
                <a:ea typeface="OpenSans-Extrabold"/>
                <a:cs typeface="OpenSans-Extrabold"/>
                <a:sym typeface="OpenSans-Extrabold"/>
              </a:defRPr>
            </a:pPr>
            <a:r>
              <a:t>Plaats hier een</a:t>
            </a:r>
          </a:p>
          <a:p>
            <a:pPr lvl="1" indent="0" defTabSz="2438338">
              <a:lnSpc>
                <a:spcPct val="70000"/>
              </a:lnSpc>
              <a:defRPr sz="12000" spc="-599">
                <a:solidFill>
                  <a:srgbClr val="FFFFFF"/>
                </a:solidFill>
                <a:latin typeface="OpenSans-Extrabold"/>
                <a:ea typeface="OpenSans-Extrabold"/>
                <a:cs typeface="OpenSans-Extrabold"/>
                <a:sym typeface="OpenSans-Extrabold"/>
              </a:defRPr>
            </a:pPr>
            <a:r>
              <a:t>uitdagende titel</a:t>
            </a:r>
          </a:p>
          <a:p>
            <a:pPr lvl="1" indent="0" defTabSz="2438338">
              <a:lnSpc>
                <a:spcPct val="70000"/>
              </a:lnSpc>
              <a:defRPr sz="12000" spc="-599">
                <a:solidFill>
                  <a:srgbClr val="FFFFFF"/>
                </a:solidFill>
                <a:latin typeface="OpenSans-Extrabold"/>
                <a:ea typeface="OpenSans-Extrabold"/>
                <a:cs typeface="OpenSans-Extrabold"/>
                <a:sym typeface="OpenSans-Extrabold"/>
              </a:defRPr>
            </a:pPr>
            <a:r>
              <a:t>over max 3 regels </a:t>
            </a:r>
          </a:p>
        </p:txBody>
      </p:sp>
      <p:sp>
        <p:nvSpPr>
          <p:cNvPr id="129" name="Vorm"/>
          <p:cNvSpPr/>
          <p:nvPr/>
        </p:nvSpPr>
        <p:spPr>
          <a:xfrm>
            <a:off x="19783091" y="2262479"/>
            <a:ext cx="9191255" cy="9191042"/>
          </a:xfrm>
          <a:custGeom>
            <a:avLst/>
            <a:gdLst/>
            <a:ahLst/>
            <a:cxnLst>
              <a:cxn ang="0">
                <a:pos x="wd2" y="hd2"/>
              </a:cxn>
              <a:cxn ang="5400000">
                <a:pos x="wd2" y="hd2"/>
              </a:cxn>
              <a:cxn ang="10800000">
                <a:pos x="wd2" y="hd2"/>
              </a:cxn>
              <a:cxn ang="16200000">
                <a:pos x="wd2" y="hd2"/>
              </a:cxn>
            </a:cxnLst>
            <a:rect l="0" t="0" r="r" b="b"/>
            <a:pathLst>
              <a:path w="19679" h="20595" extrusionOk="0">
                <a:moveTo>
                  <a:pt x="9839" y="0"/>
                </a:moveTo>
                <a:cubicBezTo>
                  <a:pt x="7321" y="0"/>
                  <a:pt x="4803" y="1005"/>
                  <a:pt x="2881" y="3016"/>
                </a:cubicBezTo>
                <a:cubicBezTo>
                  <a:pt x="-961" y="7037"/>
                  <a:pt x="-961" y="13557"/>
                  <a:pt x="2881" y="17579"/>
                </a:cubicBezTo>
                <a:cubicBezTo>
                  <a:pt x="6724" y="21600"/>
                  <a:pt x="12954" y="21600"/>
                  <a:pt x="16797" y="17579"/>
                </a:cubicBezTo>
                <a:cubicBezTo>
                  <a:pt x="20639" y="13557"/>
                  <a:pt x="20639" y="7037"/>
                  <a:pt x="16797" y="3016"/>
                </a:cubicBezTo>
                <a:cubicBezTo>
                  <a:pt x="14875" y="1005"/>
                  <a:pt x="12357" y="0"/>
                  <a:pt x="9839" y="0"/>
                </a:cubicBezTo>
                <a:close/>
                <a:moveTo>
                  <a:pt x="9839" y="4874"/>
                </a:moveTo>
                <a:cubicBezTo>
                  <a:pt x="11165" y="4874"/>
                  <a:pt x="12491" y="5404"/>
                  <a:pt x="13503" y="6462"/>
                </a:cubicBezTo>
                <a:cubicBezTo>
                  <a:pt x="15527" y="8580"/>
                  <a:pt x="15527" y="12014"/>
                  <a:pt x="13503" y="14132"/>
                </a:cubicBezTo>
                <a:cubicBezTo>
                  <a:pt x="11479" y="16250"/>
                  <a:pt x="8199" y="16250"/>
                  <a:pt x="6175" y="14132"/>
                </a:cubicBezTo>
                <a:cubicBezTo>
                  <a:pt x="4151" y="12014"/>
                  <a:pt x="4151" y="8580"/>
                  <a:pt x="6175" y="6462"/>
                </a:cubicBezTo>
                <a:cubicBezTo>
                  <a:pt x="7187" y="5404"/>
                  <a:pt x="8513" y="4874"/>
                  <a:pt x="9839" y="4874"/>
                </a:cubicBezTo>
                <a:close/>
              </a:path>
            </a:pathLst>
          </a:custGeom>
          <a:solidFill>
            <a:srgbClr val="FFFFFF"/>
          </a:solidFill>
          <a:ln w="12700">
            <a:miter lim="400000"/>
          </a:ln>
        </p:spPr>
        <p:txBody>
          <a:bodyPr lIns="50800" tIns="50800" rIns="50800" bIns="50800" anchor="ctr"/>
          <a:lstStyle/>
          <a:p>
            <a:pPr defTabSz="825500">
              <a:defRPr sz="3200" b="1">
                <a:solidFill>
                  <a:srgbClr val="FFFFFF"/>
                </a:solidFill>
              </a:defRPr>
            </a:pPr>
            <a:endParaRPr/>
          </a:p>
        </p:txBody>
      </p:sp>
      <p:sp>
        <p:nvSpPr>
          <p:cNvPr id="130"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Grijze titel slide kopie">
    <p:spTree>
      <p:nvGrpSpPr>
        <p:cNvPr id="1" name=""/>
        <p:cNvGrpSpPr/>
        <p:nvPr/>
      </p:nvGrpSpPr>
      <p:grpSpPr>
        <a:xfrm>
          <a:off x="0" y="0"/>
          <a:ext cx="0" cy="0"/>
          <a:chOff x="0" y="0"/>
          <a:chExt cx="0" cy="0"/>
        </a:xfrm>
      </p:grpSpPr>
      <p:pic>
        <p:nvPicPr>
          <p:cNvPr id="147"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148" name="Plaats hier een…"/>
          <p:cNvSpPr txBox="1">
            <a:spLocks noGrp="1"/>
          </p:cNvSpPr>
          <p:nvPr>
            <p:ph type="body" sz="half" idx="21"/>
          </p:nvPr>
        </p:nvSpPr>
        <p:spPr>
          <a:xfrm>
            <a:off x="2220209" y="4333976"/>
            <a:ext cx="16196200" cy="5069841"/>
          </a:xfrm>
          <a:prstGeom prst="rect">
            <a:avLst/>
          </a:prstGeom>
        </p:spPr>
        <p:txBody>
          <a:bodyPr anchor="ctr">
            <a:spAutoFit/>
          </a:bodyPr>
          <a:lstStyle/>
          <a:p>
            <a:pPr lvl="1" indent="0" defTabSz="2438338">
              <a:lnSpc>
                <a:spcPct val="70000"/>
              </a:lnSpc>
              <a:defRPr sz="12000" spc="-599">
                <a:solidFill>
                  <a:srgbClr val="FFFFFF"/>
                </a:solidFill>
                <a:latin typeface="OpenSans-Extrabold"/>
                <a:ea typeface="OpenSans-Extrabold"/>
                <a:cs typeface="OpenSans-Extrabold"/>
                <a:sym typeface="OpenSans-Extrabold"/>
              </a:defRPr>
            </a:pPr>
            <a:r>
              <a:t>Plaats hier een</a:t>
            </a:r>
          </a:p>
          <a:p>
            <a:pPr lvl="1" indent="0" defTabSz="2438338">
              <a:lnSpc>
                <a:spcPct val="70000"/>
              </a:lnSpc>
              <a:defRPr sz="12000" spc="-599">
                <a:solidFill>
                  <a:srgbClr val="FFFFFF"/>
                </a:solidFill>
                <a:latin typeface="OpenSans-Extrabold"/>
                <a:ea typeface="OpenSans-Extrabold"/>
                <a:cs typeface="OpenSans-Extrabold"/>
                <a:sym typeface="OpenSans-Extrabold"/>
              </a:defRPr>
            </a:pPr>
            <a:r>
              <a:t>uitdagende titel</a:t>
            </a:r>
          </a:p>
          <a:p>
            <a:pPr lvl="1" indent="0" defTabSz="2438338">
              <a:lnSpc>
                <a:spcPct val="70000"/>
              </a:lnSpc>
              <a:defRPr sz="12000" spc="-599">
                <a:solidFill>
                  <a:srgbClr val="FFFFFF"/>
                </a:solidFill>
                <a:latin typeface="OpenSans-Extrabold"/>
                <a:ea typeface="OpenSans-Extrabold"/>
                <a:cs typeface="OpenSans-Extrabold"/>
                <a:sym typeface="OpenSans-Extrabold"/>
              </a:defRPr>
            </a:pPr>
            <a:r>
              <a:t>over max 3 regels </a:t>
            </a:r>
          </a:p>
        </p:txBody>
      </p:sp>
      <p:sp>
        <p:nvSpPr>
          <p:cNvPr id="149"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Blauwe titel slide">
    <p:bg>
      <p:bgPr>
        <a:solidFill>
          <a:srgbClr val="4C7888"/>
        </a:solidFill>
        <a:effectLst/>
      </p:bgPr>
    </p:bg>
    <p:spTree>
      <p:nvGrpSpPr>
        <p:cNvPr id="1" name=""/>
        <p:cNvGrpSpPr/>
        <p:nvPr/>
      </p:nvGrpSpPr>
      <p:grpSpPr>
        <a:xfrm>
          <a:off x="0" y="0"/>
          <a:ext cx="0" cy="0"/>
          <a:chOff x="0" y="0"/>
          <a:chExt cx="0" cy="0"/>
        </a:xfrm>
      </p:grpSpPr>
      <p:pic>
        <p:nvPicPr>
          <p:cNvPr id="156"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157" name="Plaats hier een…"/>
          <p:cNvSpPr txBox="1">
            <a:spLocks noGrp="1"/>
          </p:cNvSpPr>
          <p:nvPr>
            <p:ph type="body" sz="half" idx="21"/>
          </p:nvPr>
        </p:nvSpPr>
        <p:spPr>
          <a:xfrm>
            <a:off x="2220209" y="4333976"/>
            <a:ext cx="16196200" cy="5069841"/>
          </a:xfrm>
          <a:prstGeom prst="rect">
            <a:avLst/>
          </a:prstGeom>
        </p:spPr>
        <p:txBody>
          <a:bodyPr anchor="ctr">
            <a:spAutoFit/>
          </a:bodyPr>
          <a:lstStyle/>
          <a:p>
            <a:pPr lvl="1" indent="0" defTabSz="2438338">
              <a:lnSpc>
                <a:spcPct val="70000"/>
              </a:lnSpc>
              <a:defRPr sz="12000" spc="-599">
                <a:solidFill>
                  <a:srgbClr val="FFFFFF"/>
                </a:solidFill>
                <a:latin typeface="OpenSans-Extrabold"/>
                <a:ea typeface="OpenSans-Extrabold"/>
                <a:cs typeface="OpenSans-Extrabold"/>
                <a:sym typeface="OpenSans-Extrabold"/>
              </a:defRPr>
            </a:pPr>
            <a:r>
              <a:t>Plaats hier een</a:t>
            </a:r>
          </a:p>
          <a:p>
            <a:pPr lvl="1" indent="0" defTabSz="2438338">
              <a:lnSpc>
                <a:spcPct val="70000"/>
              </a:lnSpc>
              <a:defRPr sz="12000" spc="-599">
                <a:solidFill>
                  <a:srgbClr val="FFFFFF"/>
                </a:solidFill>
                <a:latin typeface="OpenSans-Extrabold"/>
                <a:ea typeface="OpenSans-Extrabold"/>
                <a:cs typeface="OpenSans-Extrabold"/>
                <a:sym typeface="OpenSans-Extrabold"/>
              </a:defRPr>
            </a:pPr>
            <a:r>
              <a:t>uitdagende titel</a:t>
            </a:r>
          </a:p>
          <a:p>
            <a:pPr lvl="1" indent="0" defTabSz="2438338">
              <a:lnSpc>
                <a:spcPct val="70000"/>
              </a:lnSpc>
              <a:defRPr sz="12000" spc="-599">
                <a:solidFill>
                  <a:srgbClr val="FFFFFF"/>
                </a:solidFill>
                <a:latin typeface="OpenSans-Extrabold"/>
                <a:ea typeface="OpenSans-Extrabold"/>
                <a:cs typeface="OpenSans-Extrabold"/>
                <a:sym typeface="OpenSans-Extrabold"/>
              </a:defRPr>
            </a:pPr>
            <a:r>
              <a:t>over max 3 regels </a:t>
            </a:r>
          </a:p>
        </p:txBody>
      </p:sp>
      <p:sp>
        <p:nvSpPr>
          <p:cNvPr id="158" name="Vorm"/>
          <p:cNvSpPr/>
          <p:nvPr/>
        </p:nvSpPr>
        <p:spPr>
          <a:xfrm>
            <a:off x="19783091" y="2262479"/>
            <a:ext cx="9191255" cy="9191042"/>
          </a:xfrm>
          <a:custGeom>
            <a:avLst/>
            <a:gdLst/>
            <a:ahLst/>
            <a:cxnLst>
              <a:cxn ang="0">
                <a:pos x="wd2" y="hd2"/>
              </a:cxn>
              <a:cxn ang="5400000">
                <a:pos x="wd2" y="hd2"/>
              </a:cxn>
              <a:cxn ang="10800000">
                <a:pos x="wd2" y="hd2"/>
              </a:cxn>
              <a:cxn ang="16200000">
                <a:pos x="wd2" y="hd2"/>
              </a:cxn>
            </a:cxnLst>
            <a:rect l="0" t="0" r="r" b="b"/>
            <a:pathLst>
              <a:path w="19679" h="20595" extrusionOk="0">
                <a:moveTo>
                  <a:pt x="9839" y="0"/>
                </a:moveTo>
                <a:cubicBezTo>
                  <a:pt x="7321" y="0"/>
                  <a:pt x="4803" y="1005"/>
                  <a:pt x="2881" y="3016"/>
                </a:cubicBezTo>
                <a:cubicBezTo>
                  <a:pt x="-961" y="7037"/>
                  <a:pt x="-961" y="13557"/>
                  <a:pt x="2881" y="17579"/>
                </a:cubicBezTo>
                <a:cubicBezTo>
                  <a:pt x="6724" y="21600"/>
                  <a:pt x="12954" y="21600"/>
                  <a:pt x="16797" y="17579"/>
                </a:cubicBezTo>
                <a:cubicBezTo>
                  <a:pt x="20639" y="13557"/>
                  <a:pt x="20639" y="7037"/>
                  <a:pt x="16797" y="3016"/>
                </a:cubicBezTo>
                <a:cubicBezTo>
                  <a:pt x="14875" y="1005"/>
                  <a:pt x="12357" y="0"/>
                  <a:pt x="9839" y="0"/>
                </a:cubicBezTo>
                <a:close/>
                <a:moveTo>
                  <a:pt x="9839" y="4874"/>
                </a:moveTo>
                <a:cubicBezTo>
                  <a:pt x="11165" y="4874"/>
                  <a:pt x="12491" y="5404"/>
                  <a:pt x="13503" y="6462"/>
                </a:cubicBezTo>
                <a:cubicBezTo>
                  <a:pt x="15527" y="8580"/>
                  <a:pt x="15527" y="12014"/>
                  <a:pt x="13503" y="14132"/>
                </a:cubicBezTo>
                <a:cubicBezTo>
                  <a:pt x="11479" y="16250"/>
                  <a:pt x="8199" y="16250"/>
                  <a:pt x="6175" y="14132"/>
                </a:cubicBezTo>
                <a:cubicBezTo>
                  <a:pt x="4151" y="12014"/>
                  <a:pt x="4151" y="8580"/>
                  <a:pt x="6175" y="6462"/>
                </a:cubicBezTo>
                <a:cubicBezTo>
                  <a:pt x="7187" y="5404"/>
                  <a:pt x="8513" y="4874"/>
                  <a:pt x="9839" y="4874"/>
                </a:cubicBezTo>
                <a:close/>
              </a:path>
            </a:pathLst>
          </a:custGeom>
          <a:solidFill>
            <a:srgbClr val="FFFFFF"/>
          </a:solidFill>
          <a:ln w="12700">
            <a:miter lim="400000"/>
          </a:ln>
        </p:spPr>
        <p:txBody>
          <a:bodyPr lIns="50800" tIns="50800" rIns="50800" bIns="50800" anchor="ctr"/>
          <a:lstStyle/>
          <a:p>
            <a:pPr defTabSz="825500">
              <a:defRPr sz="3200" b="1">
                <a:solidFill>
                  <a:srgbClr val="FFFFFF"/>
                </a:solidFill>
              </a:defRPr>
            </a:pPr>
            <a:endParaRPr/>
          </a:p>
        </p:txBody>
      </p:sp>
      <p:sp>
        <p:nvSpPr>
          <p:cNvPr id="159"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Gele titel slide">
    <p:bg>
      <p:bgPr>
        <a:solidFill>
          <a:srgbClr val="C29E3C"/>
        </a:solidFill>
        <a:effectLst/>
      </p:bgPr>
    </p:bg>
    <p:spTree>
      <p:nvGrpSpPr>
        <p:cNvPr id="1" name=""/>
        <p:cNvGrpSpPr/>
        <p:nvPr/>
      </p:nvGrpSpPr>
      <p:grpSpPr>
        <a:xfrm>
          <a:off x="0" y="0"/>
          <a:ext cx="0" cy="0"/>
          <a:chOff x="0" y="0"/>
          <a:chExt cx="0" cy="0"/>
        </a:xfrm>
      </p:grpSpPr>
      <p:pic>
        <p:nvPicPr>
          <p:cNvPr id="166"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167" name="Plaats hier een…"/>
          <p:cNvSpPr txBox="1">
            <a:spLocks noGrp="1"/>
          </p:cNvSpPr>
          <p:nvPr>
            <p:ph type="body" sz="half" idx="21"/>
          </p:nvPr>
        </p:nvSpPr>
        <p:spPr>
          <a:xfrm>
            <a:off x="2220209" y="4333976"/>
            <a:ext cx="16196200" cy="5069841"/>
          </a:xfrm>
          <a:prstGeom prst="rect">
            <a:avLst/>
          </a:prstGeom>
        </p:spPr>
        <p:txBody>
          <a:bodyPr anchor="ctr">
            <a:spAutoFit/>
          </a:bodyPr>
          <a:lstStyle/>
          <a:p>
            <a:pPr lvl="1" indent="0" defTabSz="2438338">
              <a:lnSpc>
                <a:spcPct val="70000"/>
              </a:lnSpc>
              <a:defRPr sz="12000" spc="-599">
                <a:solidFill>
                  <a:srgbClr val="FFFFFF"/>
                </a:solidFill>
                <a:latin typeface="OpenSans-Extrabold"/>
                <a:ea typeface="OpenSans-Extrabold"/>
                <a:cs typeface="OpenSans-Extrabold"/>
                <a:sym typeface="OpenSans-Extrabold"/>
              </a:defRPr>
            </a:pPr>
            <a:r>
              <a:t>Plaats hier een</a:t>
            </a:r>
          </a:p>
          <a:p>
            <a:pPr lvl="1" indent="0" defTabSz="2438338">
              <a:lnSpc>
                <a:spcPct val="70000"/>
              </a:lnSpc>
              <a:defRPr sz="12000" spc="-599">
                <a:solidFill>
                  <a:srgbClr val="FFFFFF"/>
                </a:solidFill>
                <a:latin typeface="OpenSans-Extrabold"/>
                <a:ea typeface="OpenSans-Extrabold"/>
                <a:cs typeface="OpenSans-Extrabold"/>
                <a:sym typeface="OpenSans-Extrabold"/>
              </a:defRPr>
            </a:pPr>
            <a:r>
              <a:t>uitdagende titel</a:t>
            </a:r>
          </a:p>
          <a:p>
            <a:pPr lvl="1" indent="0" defTabSz="2438338">
              <a:lnSpc>
                <a:spcPct val="70000"/>
              </a:lnSpc>
              <a:defRPr sz="12000" spc="-599">
                <a:solidFill>
                  <a:srgbClr val="FFFFFF"/>
                </a:solidFill>
                <a:latin typeface="OpenSans-Extrabold"/>
                <a:ea typeface="OpenSans-Extrabold"/>
                <a:cs typeface="OpenSans-Extrabold"/>
                <a:sym typeface="OpenSans-Extrabold"/>
              </a:defRPr>
            </a:pPr>
            <a:r>
              <a:t>over max 3 regels </a:t>
            </a:r>
          </a:p>
        </p:txBody>
      </p:sp>
      <p:sp>
        <p:nvSpPr>
          <p:cNvPr id="168" name="Vorm"/>
          <p:cNvSpPr/>
          <p:nvPr/>
        </p:nvSpPr>
        <p:spPr>
          <a:xfrm>
            <a:off x="19783091" y="2262479"/>
            <a:ext cx="9191255" cy="9191042"/>
          </a:xfrm>
          <a:custGeom>
            <a:avLst/>
            <a:gdLst/>
            <a:ahLst/>
            <a:cxnLst>
              <a:cxn ang="0">
                <a:pos x="wd2" y="hd2"/>
              </a:cxn>
              <a:cxn ang="5400000">
                <a:pos x="wd2" y="hd2"/>
              </a:cxn>
              <a:cxn ang="10800000">
                <a:pos x="wd2" y="hd2"/>
              </a:cxn>
              <a:cxn ang="16200000">
                <a:pos x="wd2" y="hd2"/>
              </a:cxn>
            </a:cxnLst>
            <a:rect l="0" t="0" r="r" b="b"/>
            <a:pathLst>
              <a:path w="19679" h="20595" extrusionOk="0">
                <a:moveTo>
                  <a:pt x="9839" y="0"/>
                </a:moveTo>
                <a:cubicBezTo>
                  <a:pt x="7321" y="0"/>
                  <a:pt x="4803" y="1005"/>
                  <a:pt x="2881" y="3016"/>
                </a:cubicBezTo>
                <a:cubicBezTo>
                  <a:pt x="-961" y="7037"/>
                  <a:pt x="-961" y="13557"/>
                  <a:pt x="2881" y="17579"/>
                </a:cubicBezTo>
                <a:cubicBezTo>
                  <a:pt x="6724" y="21600"/>
                  <a:pt x="12954" y="21600"/>
                  <a:pt x="16797" y="17579"/>
                </a:cubicBezTo>
                <a:cubicBezTo>
                  <a:pt x="20639" y="13557"/>
                  <a:pt x="20639" y="7037"/>
                  <a:pt x="16797" y="3016"/>
                </a:cubicBezTo>
                <a:cubicBezTo>
                  <a:pt x="14875" y="1005"/>
                  <a:pt x="12357" y="0"/>
                  <a:pt x="9839" y="0"/>
                </a:cubicBezTo>
                <a:close/>
                <a:moveTo>
                  <a:pt x="9839" y="4874"/>
                </a:moveTo>
                <a:cubicBezTo>
                  <a:pt x="11165" y="4874"/>
                  <a:pt x="12491" y="5404"/>
                  <a:pt x="13503" y="6462"/>
                </a:cubicBezTo>
                <a:cubicBezTo>
                  <a:pt x="15527" y="8580"/>
                  <a:pt x="15527" y="12014"/>
                  <a:pt x="13503" y="14132"/>
                </a:cubicBezTo>
                <a:cubicBezTo>
                  <a:pt x="11479" y="16250"/>
                  <a:pt x="8199" y="16250"/>
                  <a:pt x="6175" y="14132"/>
                </a:cubicBezTo>
                <a:cubicBezTo>
                  <a:pt x="4151" y="12014"/>
                  <a:pt x="4151" y="8580"/>
                  <a:pt x="6175" y="6462"/>
                </a:cubicBezTo>
                <a:cubicBezTo>
                  <a:pt x="7187" y="5404"/>
                  <a:pt x="8513" y="4874"/>
                  <a:pt x="9839" y="4874"/>
                </a:cubicBezTo>
                <a:close/>
              </a:path>
            </a:pathLst>
          </a:custGeom>
          <a:solidFill>
            <a:srgbClr val="FFFFFF"/>
          </a:solidFill>
          <a:ln w="12700">
            <a:miter lim="400000"/>
          </a:ln>
        </p:spPr>
        <p:txBody>
          <a:bodyPr lIns="50800" tIns="50800" rIns="50800" bIns="50800" anchor="ctr"/>
          <a:lstStyle/>
          <a:p>
            <a:pPr defTabSz="825500">
              <a:defRPr sz="3200" b="1">
                <a:solidFill>
                  <a:srgbClr val="FFFFFF"/>
                </a:solidFill>
              </a:defRPr>
            </a:pPr>
            <a:endParaRPr/>
          </a:p>
        </p:txBody>
      </p:sp>
      <p:sp>
        <p:nvSpPr>
          <p:cNvPr id="169"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Beige titel slide">
    <p:bg>
      <p:bgPr>
        <a:solidFill>
          <a:srgbClr val="C8BAA5"/>
        </a:solidFill>
        <a:effectLst/>
      </p:bgPr>
    </p:bg>
    <p:spTree>
      <p:nvGrpSpPr>
        <p:cNvPr id="1" name=""/>
        <p:cNvGrpSpPr/>
        <p:nvPr/>
      </p:nvGrpSpPr>
      <p:grpSpPr>
        <a:xfrm>
          <a:off x="0" y="0"/>
          <a:ext cx="0" cy="0"/>
          <a:chOff x="0" y="0"/>
          <a:chExt cx="0" cy="0"/>
        </a:xfrm>
      </p:grpSpPr>
      <p:pic>
        <p:nvPicPr>
          <p:cNvPr id="176"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177" name="Plaats hier een…"/>
          <p:cNvSpPr txBox="1">
            <a:spLocks noGrp="1"/>
          </p:cNvSpPr>
          <p:nvPr>
            <p:ph type="body" sz="half" idx="21"/>
          </p:nvPr>
        </p:nvSpPr>
        <p:spPr>
          <a:xfrm>
            <a:off x="2220209" y="4333976"/>
            <a:ext cx="16196200" cy="5069841"/>
          </a:xfrm>
          <a:prstGeom prst="rect">
            <a:avLst/>
          </a:prstGeom>
        </p:spPr>
        <p:txBody>
          <a:bodyPr anchor="ctr">
            <a:spAutoFit/>
          </a:bodyPr>
          <a:lstStyle/>
          <a:p>
            <a:pPr lvl="1" indent="0" defTabSz="2438338">
              <a:lnSpc>
                <a:spcPct val="70000"/>
              </a:lnSpc>
              <a:defRPr sz="12000" spc="-599">
                <a:solidFill>
                  <a:srgbClr val="FFFFFF"/>
                </a:solidFill>
                <a:latin typeface="OpenSans-Extrabold"/>
                <a:ea typeface="OpenSans-Extrabold"/>
                <a:cs typeface="OpenSans-Extrabold"/>
                <a:sym typeface="OpenSans-Extrabold"/>
              </a:defRPr>
            </a:pPr>
            <a:r>
              <a:t>Plaats hier een</a:t>
            </a:r>
          </a:p>
          <a:p>
            <a:pPr lvl="1" indent="0" defTabSz="2438338">
              <a:lnSpc>
                <a:spcPct val="70000"/>
              </a:lnSpc>
              <a:defRPr sz="12000" spc="-599">
                <a:solidFill>
                  <a:srgbClr val="FFFFFF"/>
                </a:solidFill>
                <a:latin typeface="OpenSans-Extrabold"/>
                <a:ea typeface="OpenSans-Extrabold"/>
                <a:cs typeface="OpenSans-Extrabold"/>
                <a:sym typeface="OpenSans-Extrabold"/>
              </a:defRPr>
            </a:pPr>
            <a:r>
              <a:t>uitdagende titel</a:t>
            </a:r>
          </a:p>
          <a:p>
            <a:pPr lvl="1" indent="0" defTabSz="2438338">
              <a:lnSpc>
                <a:spcPct val="70000"/>
              </a:lnSpc>
              <a:defRPr sz="12000" spc="-599">
                <a:solidFill>
                  <a:srgbClr val="FFFFFF"/>
                </a:solidFill>
                <a:latin typeface="OpenSans-Extrabold"/>
                <a:ea typeface="OpenSans-Extrabold"/>
                <a:cs typeface="OpenSans-Extrabold"/>
                <a:sym typeface="OpenSans-Extrabold"/>
              </a:defRPr>
            </a:pPr>
            <a:r>
              <a:t>over max 3 regels </a:t>
            </a:r>
          </a:p>
        </p:txBody>
      </p:sp>
      <p:sp>
        <p:nvSpPr>
          <p:cNvPr id="178" name="Vorm"/>
          <p:cNvSpPr/>
          <p:nvPr/>
        </p:nvSpPr>
        <p:spPr>
          <a:xfrm>
            <a:off x="19783091" y="2262479"/>
            <a:ext cx="9191255" cy="9191042"/>
          </a:xfrm>
          <a:custGeom>
            <a:avLst/>
            <a:gdLst/>
            <a:ahLst/>
            <a:cxnLst>
              <a:cxn ang="0">
                <a:pos x="wd2" y="hd2"/>
              </a:cxn>
              <a:cxn ang="5400000">
                <a:pos x="wd2" y="hd2"/>
              </a:cxn>
              <a:cxn ang="10800000">
                <a:pos x="wd2" y="hd2"/>
              </a:cxn>
              <a:cxn ang="16200000">
                <a:pos x="wd2" y="hd2"/>
              </a:cxn>
            </a:cxnLst>
            <a:rect l="0" t="0" r="r" b="b"/>
            <a:pathLst>
              <a:path w="19679" h="20595" extrusionOk="0">
                <a:moveTo>
                  <a:pt x="9839" y="0"/>
                </a:moveTo>
                <a:cubicBezTo>
                  <a:pt x="7321" y="0"/>
                  <a:pt x="4803" y="1005"/>
                  <a:pt x="2881" y="3016"/>
                </a:cubicBezTo>
                <a:cubicBezTo>
                  <a:pt x="-961" y="7037"/>
                  <a:pt x="-961" y="13557"/>
                  <a:pt x="2881" y="17579"/>
                </a:cubicBezTo>
                <a:cubicBezTo>
                  <a:pt x="6724" y="21600"/>
                  <a:pt x="12954" y="21600"/>
                  <a:pt x="16797" y="17579"/>
                </a:cubicBezTo>
                <a:cubicBezTo>
                  <a:pt x="20639" y="13557"/>
                  <a:pt x="20639" y="7037"/>
                  <a:pt x="16797" y="3016"/>
                </a:cubicBezTo>
                <a:cubicBezTo>
                  <a:pt x="14875" y="1005"/>
                  <a:pt x="12357" y="0"/>
                  <a:pt x="9839" y="0"/>
                </a:cubicBezTo>
                <a:close/>
                <a:moveTo>
                  <a:pt x="9839" y="4874"/>
                </a:moveTo>
                <a:cubicBezTo>
                  <a:pt x="11165" y="4874"/>
                  <a:pt x="12491" y="5404"/>
                  <a:pt x="13503" y="6462"/>
                </a:cubicBezTo>
                <a:cubicBezTo>
                  <a:pt x="15527" y="8580"/>
                  <a:pt x="15527" y="12014"/>
                  <a:pt x="13503" y="14132"/>
                </a:cubicBezTo>
                <a:cubicBezTo>
                  <a:pt x="11479" y="16250"/>
                  <a:pt x="8199" y="16250"/>
                  <a:pt x="6175" y="14132"/>
                </a:cubicBezTo>
                <a:cubicBezTo>
                  <a:pt x="4151" y="12014"/>
                  <a:pt x="4151" y="8580"/>
                  <a:pt x="6175" y="6462"/>
                </a:cubicBezTo>
                <a:cubicBezTo>
                  <a:pt x="7187" y="5404"/>
                  <a:pt x="8513" y="4874"/>
                  <a:pt x="9839" y="4874"/>
                </a:cubicBezTo>
                <a:close/>
              </a:path>
            </a:pathLst>
          </a:custGeom>
          <a:solidFill>
            <a:srgbClr val="FFFFFF"/>
          </a:solidFill>
          <a:ln w="12700">
            <a:miter lim="400000"/>
          </a:ln>
        </p:spPr>
        <p:txBody>
          <a:bodyPr lIns="50800" tIns="50800" rIns="50800" bIns="50800" anchor="ctr"/>
          <a:lstStyle/>
          <a:p>
            <a:pPr defTabSz="825500">
              <a:defRPr sz="3200" b="1">
                <a:solidFill>
                  <a:srgbClr val="FFFFFF"/>
                </a:solidFill>
              </a:defRPr>
            </a:pPr>
            <a:endParaRPr/>
          </a:p>
        </p:txBody>
      </p:sp>
      <p:sp>
        <p:nvSpPr>
          <p:cNvPr id="179"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Onze cultuur">
    <p:bg>
      <p:bgPr>
        <a:solidFill>
          <a:srgbClr val="2D292D"/>
        </a:solidFill>
        <a:effectLst/>
      </p:bgPr>
    </p:bg>
    <p:spTree>
      <p:nvGrpSpPr>
        <p:cNvPr id="1" name=""/>
        <p:cNvGrpSpPr/>
        <p:nvPr/>
      </p:nvGrpSpPr>
      <p:grpSpPr>
        <a:xfrm>
          <a:off x="0" y="0"/>
          <a:ext cx="0" cy="0"/>
          <a:chOff x="0" y="0"/>
          <a:chExt cx="0" cy="0"/>
        </a:xfrm>
      </p:grpSpPr>
      <p:pic>
        <p:nvPicPr>
          <p:cNvPr id="186"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187" name="our culture"/>
          <p:cNvSpPr txBox="1">
            <a:spLocks noGrp="1"/>
          </p:cNvSpPr>
          <p:nvPr>
            <p:ph type="body" sz="quarter" idx="21"/>
          </p:nvPr>
        </p:nvSpPr>
        <p:spPr>
          <a:xfrm>
            <a:off x="2205419" y="1633351"/>
            <a:ext cx="2763839" cy="800101"/>
          </a:xfrm>
          <a:prstGeom prst="rect">
            <a:avLst/>
          </a:prstGeom>
        </p:spPr>
        <p:txBody>
          <a:bodyPr wrap="none">
            <a:spAutoFit/>
          </a:bodyPr>
          <a:lstStyle/>
          <a:p>
            <a:pPr lvl="1" indent="0" defTabSz="2438338">
              <a:lnSpc>
                <a:spcPct val="80000"/>
              </a:lnSpc>
              <a:defRPr sz="4000" spc="-199">
                <a:solidFill>
                  <a:srgbClr val="FFFFFF"/>
                </a:solidFill>
                <a:latin typeface="OpenSans-Extrabold"/>
                <a:ea typeface="OpenSans-Extrabold"/>
                <a:cs typeface="OpenSans-Extrabold"/>
                <a:sym typeface="OpenSans-Extrabold"/>
              </a:defRPr>
            </a:pPr>
            <a:r>
              <a:t>our culture</a:t>
            </a:r>
          </a:p>
        </p:txBody>
      </p:sp>
      <p:sp>
        <p:nvSpPr>
          <p:cNvPr id="188" name="We are the explorers,…"/>
          <p:cNvSpPr txBox="1">
            <a:spLocks noGrp="1"/>
          </p:cNvSpPr>
          <p:nvPr>
            <p:ph type="body" sz="quarter" idx="22"/>
          </p:nvPr>
        </p:nvSpPr>
        <p:spPr>
          <a:xfrm>
            <a:off x="2212311" y="2544943"/>
            <a:ext cx="9332036" cy="3881121"/>
          </a:xfrm>
          <a:prstGeom prst="rect">
            <a:avLst/>
          </a:prstGeom>
        </p:spPr>
        <p:txBody>
          <a:bodyPr>
            <a:spAutoFit/>
          </a:bodyPr>
          <a:lstStyle/>
          <a:p>
            <a:pPr lvl="1" indent="0" defTabSz="2438338">
              <a:lnSpc>
                <a:spcPct val="70000"/>
              </a:lnSpc>
              <a:defRPr sz="7000" spc="-349">
                <a:solidFill>
                  <a:srgbClr val="C7BCAA"/>
                </a:solidFill>
                <a:latin typeface="OpenSans-Extrabold"/>
                <a:ea typeface="OpenSans-Extrabold"/>
                <a:cs typeface="OpenSans-Extrabold"/>
                <a:sym typeface="OpenSans-Extrabold"/>
              </a:defRPr>
            </a:pPr>
            <a:r>
              <a:t>We are the explorers, </a:t>
            </a:r>
          </a:p>
          <a:p>
            <a:pPr lvl="1" indent="0" defTabSz="2438338">
              <a:lnSpc>
                <a:spcPct val="70000"/>
              </a:lnSpc>
              <a:defRPr sz="7000" spc="-349">
                <a:solidFill>
                  <a:srgbClr val="C7BCAA"/>
                </a:solidFill>
                <a:latin typeface="OpenSans-Extrabold"/>
                <a:ea typeface="OpenSans-Extrabold"/>
                <a:cs typeface="OpenSans-Extrabold"/>
                <a:sym typeface="OpenSans-Extrabold"/>
              </a:defRPr>
            </a:pPr>
            <a:r>
              <a:t>the shakers, </a:t>
            </a:r>
            <a:br/>
            <a:r>
              <a:t>the positive impact makers!</a:t>
            </a:r>
          </a:p>
        </p:txBody>
      </p:sp>
      <p:sp>
        <p:nvSpPr>
          <p:cNvPr id="189" name="We believe we can make a positive impact and improve our world with innovative solutions that really matter. Always."/>
          <p:cNvSpPr txBox="1">
            <a:spLocks noGrp="1"/>
          </p:cNvSpPr>
          <p:nvPr>
            <p:ph type="body" sz="quarter" idx="23"/>
          </p:nvPr>
        </p:nvSpPr>
        <p:spPr>
          <a:xfrm>
            <a:off x="2229773" y="6864816"/>
            <a:ext cx="6729972" cy="2052321"/>
          </a:xfrm>
          <a:prstGeom prst="rect">
            <a:avLst/>
          </a:prstGeom>
        </p:spPr>
        <p:txBody>
          <a:bodyPr>
            <a:spAutoFit/>
          </a:bodyPr>
          <a:lstStyle/>
          <a:p>
            <a:pPr>
              <a:lnSpc>
                <a:spcPct val="160000"/>
              </a:lnSpc>
              <a:defRPr sz="2000" b="0">
                <a:solidFill>
                  <a:srgbClr val="FFFFFF"/>
                </a:solidFill>
                <a:latin typeface="Open Sans"/>
                <a:ea typeface="Open Sans"/>
                <a:cs typeface="Open Sans"/>
                <a:sym typeface="Open Sans"/>
              </a:defRPr>
            </a:pPr>
            <a:r>
              <a:t>We believe we can make a positive impact and improve our world with innovative solutions that really matter. </a:t>
            </a:r>
            <a:r>
              <a:rPr b="1"/>
              <a:t>Always.</a:t>
            </a:r>
            <a:endParaRPr>
              <a:latin typeface="Times Roman"/>
              <a:ea typeface="Times Roman"/>
              <a:cs typeface="Times Roman"/>
              <a:sym typeface="Times Roman"/>
            </a:endParaRPr>
          </a:p>
        </p:txBody>
      </p:sp>
      <p:pic>
        <p:nvPicPr>
          <p:cNvPr id="190" name="pasted-image.pdf" descr="pasted-image.pdf"/>
          <p:cNvPicPr>
            <a:picLocks noChangeAspect="1"/>
          </p:cNvPicPr>
          <p:nvPr/>
        </p:nvPicPr>
        <p:blipFill>
          <a:blip r:embed="rId3">
            <a:alphaModFix amt="7331"/>
          </a:blip>
          <a:stretch>
            <a:fillRect/>
          </a:stretch>
        </p:blipFill>
        <p:spPr>
          <a:xfrm>
            <a:off x="12038055" y="977740"/>
            <a:ext cx="11760520" cy="11760520"/>
          </a:xfrm>
          <a:prstGeom prst="rect">
            <a:avLst/>
          </a:prstGeom>
          <a:ln w="12700">
            <a:miter lim="400000"/>
          </a:ln>
        </p:spPr>
      </p:pic>
      <p:sp>
        <p:nvSpPr>
          <p:cNvPr id="191" name="Afbeelding"/>
          <p:cNvSpPr>
            <a:spLocks noGrp="1"/>
          </p:cNvSpPr>
          <p:nvPr>
            <p:ph type="pic" sz="quarter" idx="24"/>
          </p:nvPr>
        </p:nvSpPr>
        <p:spPr>
          <a:xfrm>
            <a:off x="11031222" y="2971842"/>
            <a:ext cx="6392054" cy="4261370"/>
          </a:xfrm>
          <a:prstGeom prst="rect">
            <a:avLst/>
          </a:prstGeom>
        </p:spPr>
        <p:txBody>
          <a:bodyPr lIns="91439" tIns="45719" rIns="91439" bIns="45719">
            <a:noAutofit/>
          </a:bodyPr>
          <a:lstStyle/>
          <a:p>
            <a:endParaRPr/>
          </a:p>
        </p:txBody>
      </p:sp>
      <p:sp>
        <p:nvSpPr>
          <p:cNvPr id="192" name="Afbeelding"/>
          <p:cNvSpPr>
            <a:spLocks noGrp="1"/>
          </p:cNvSpPr>
          <p:nvPr>
            <p:ph type="pic" sz="quarter" idx="25"/>
          </p:nvPr>
        </p:nvSpPr>
        <p:spPr>
          <a:xfrm>
            <a:off x="12944563" y="7461610"/>
            <a:ext cx="5402083" cy="4049851"/>
          </a:xfrm>
          <a:prstGeom prst="rect">
            <a:avLst/>
          </a:prstGeom>
        </p:spPr>
        <p:txBody>
          <a:bodyPr lIns="91439" tIns="45719" rIns="91439" bIns="45719">
            <a:noAutofit/>
          </a:bodyPr>
          <a:lstStyle/>
          <a:p>
            <a:endParaRPr/>
          </a:p>
        </p:txBody>
      </p:sp>
      <p:sp>
        <p:nvSpPr>
          <p:cNvPr id="193" name="Afbeelding"/>
          <p:cNvSpPr>
            <a:spLocks noGrp="1"/>
          </p:cNvSpPr>
          <p:nvPr>
            <p:ph type="pic" sz="quarter" idx="26"/>
          </p:nvPr>
        </p:nvSpPr>
        <p:spPr>
          <a:xfrm>
            <a:off x="16722759" y="4918048"/>
            <a:ext cx="5477936" cy="4108452"/>
          </a:xfrm>
          <a:prstGeom prst="rect">
            <a:avLst/>
          </a:prstGeom>
        </p:spPr>
        <p:txBody>
          <a:bodyPr lIns="91439" tIns="45719" rIns="91439" bIns="45719">
            <a:noAutofit/>
          </a:bodyPr>
          <a:lstStyle/>
          <a:p>
            <a:endParaRPr/>
          </a:p>
        </p:txBody>
      </p:sp>
      <p:sp>
        <p:nvSpPr>
          <p:cNvPr id="194" name="Afbeelding"/>
          <p:cNvSpPr>
            <a:spLocks noGrp="1"/>
          </p:cNvSpPr>
          <p:nvPr>
            <p:ph type="pic" sz="quarter" idx="27"/>
          </p:nvPr>
        </p:nvSpPr>
        <p:spPr>
          <a:xfrm>
            <a:off x="16094149" y="9181566"/>
            <a:ext cx="5476976" cy="3453581"/>
          </a:xfrm>
          <a:prstGeom prst="rect">
            <a:avLst/>
          </a:prstGeom>
        </p:spPr>
        <p:txBody>
          <a:bodyPr lIns="91439" tIns="45719" rIns="91439" bIns="45719">
            <a:noAutofit/>
          </a:bodyPr>
          <a:lstStyle/>
          <a:p>
            <a:endParaRPr/>
          </a:p>
        </p:txBody>
      </p:sp>
      <p:sp>
        <p:nvSpPr>
          <p:cNvPr id="195" name="Afbeelding"/>
          <p:cNvSpPr>
            <a:spLocks noGrp="1"/>
          </p:cNvSpPr>
          <p:nvPr>
            <p:ph type="pic" sz="quarter" idx="28"/>
          </p:nvPr>
        </p:nvSpPr>
        <p:spPr>
          <a:xfrm>
            <a:off x="16966513" y="1784095"/>
            <a:ext cx="2640158" cy="3506460"/>
          </a:xfrm>
          <a:prstGeom prst="rect">
            <a:avLst/>
          </a:prstGeom>
        </p:spPr>
        <p:txBody>
          <a:bodyPr lIns="91439" tIns="45719" rIns="91439" bIns="45719">
            <a:noAutofit/>
          </a:bodyPr>
          <a:lstStyle/>
          <a:p>
            <a:endParaRPr/>
          </a:p>
        </p:txBody>
      </p:sp>
      <p:sp>
        <p:nvSpPr>
          <p:cNvPr id="196" name="we are a  fun, leading, personal, honest and open minded partner for positive impact"/>
          <p:cNvSpPr txBox="1">
            <a:spLocks noGrp="1"/>
          </p:cNvSpPr>
          <p:nvPr>
            <p:ph type="body" sz="quarter" idx="29"/>
          </p:nvPr>
        </p:nvSpPr>
        <p:spPr>
          <a:xfrm>
            <a:off x="20076751" y="1973816"/>
            <a:ext cx="3373255" cy="2444751"/>
          </a:xfrm>
          <a:prstGeom prst="rect">
            <a:avLst/>
          </a:prstGeom>
        </p:spPr>
        <p:txBody>
          <a:bodyPr anchor="ctr">
            <a:spAutoFit/>
          </a:bodyPr>
          <a:lstStyle/>
          <a:p>
            <a:pPr lvl="1" indent="0" defTabSz="2438338">
              <a:lnSpc>
                <a:spcPct val="70000"/>
              </a:lnSpc>
              <a:defRPr sz="3000" spc="-149">
                <a:solidFill>
                  <a:srgbClr val="BEA153"/>
                </a:solidFill>
                <a:latin typeface="OpenSans-Extrabold"/>
                <a:ea typeface="OpenSans-Extrabold"/>
                <a:cs typeface="OpenSans-Extrabold"/>
                <a:sym typeface="OpenSans-Extrabold"/>
              </a:defRPr>
            </a:pPr>
            <a:r>
              <a:rPr>
                <a:solidFill>
                  <a:srgbClr val="FFFFFF"/>
                </a:solidFill>
              </a:rPr>
              <a:t>we are a </a:t>
            </a:r>
            <a:br>
              <a:rPr>
                <a:solidFill>
                  <a:srgbClr val="FFFFFF"/>
                </a:solidFill>
              </a:rPr>
            </a:br>
            <a:r>
              <a:t>fun, leading, personal, honest and open minded </a:t>
            </a:r>
            <a:r>
              <a:rPr>
                <a:solidFill>
                  <a:srgbClr val="FFFFFF"/>
                </a:solidFill>
              </a:rPr>
              <a:t>partner for positive impact</a:t>
            </a:r>
          </a:p>
        </p:txBody>
      </p:sp>
      <p:sp>
        <p:nvSpPr>
          <p:cNvPr id="197"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Facts en figures">
    <p:bg>
      <p:bgPr>
        <a:solidFill>
          <a:srgbClr val="2D292D"/>
        </a:solidFill>
        <a:effectLst/>
      </p:bgPr>
    </p:bg>
    <p:spTree>
      <p:nvGrpSpPr>
        <p:cNvPr id="1" name=""/>
        <p:cNvGrpSpPr/>
        <p:nvPr/>
      </p:nvGrpSpPr>
      <p:grpSpPr>
        <a:xfrm>
          <a:off x="0" y="0"/>
          <a:ext cx="0" cy="0"/>
          <a:chOff x="0" y="0"/>
          <a:chExt cx="0" cy="0"/>
        </a:xfrm>
      </p:grpSpPr>
      <p:pic>
        <p:nvPicPr>
          <p:cNvPr id="204"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205" name="facts &amp; figures"/>
          <p:cNvSpPr txBox="1">
            <a:spLocks noGrp="1"/>
          </p:cNvSpPr>
          <p:nvPr>
            <p:ph type="body" sz="quarter" idx="21"/>
          </p:nvPr>
        </p:nvSpPr>
        <p:spPr>
          <a:xfrm>
            <a:off x="2205419" y="1633351"/>
            <a:ext cx="3544046" cy="800101"/>
          </a:xfrm>
          <a:prstGeom prst="rect">
            <a:avLst/>
          </a:prstGeom>
        </p:spPr>
        <p:txBody>
          <a:bodyPr wrap="none">
            <a:spAutoFit/>
          </a:bodyPr>
          <a:lstStyle/>
          <a:p>
            <a:pPr lvl="1" indent="0" defTabSz="2438338">
              <a:lnSpc>
                <a:spcPct val="80000"/>
              </a:lnSpc>
              <a:defRPr sz="4000" spc="-199">
                <a:solidFill>
                  <a:srgbClr val="FFFFFF"/>
                </a:solidFill>
                <a:latin typeface="OpenSans-Extrabold"/>
                <a:ea typeface="OpenSans-Extrabold"/>
                <a:cs typeface="OpenSans-Extrabold"/>
                <a:sym typeface="OpenSans-Extrabold"/>
              </a:defRPr>
            </a:pPr>
            <a:r>
              <a:t>facts &amp; figures</a:t>
            </a:r>
          </a:p>
        </p:txBody>
      </p:sp>
      <p:sp>
        <p:nvSpPr>
          <p:cNvPr id="206" name="Let’s create positive impact…"/>
          <p:cNvSpPr txBox="1">
            <a:spLocks noGrp="1"/>
          </p:cNvSpPr>
          <p:nvPr>
            <p:ph type="body" sz="quarter" idx="22"/>
          </p:nvPr>
        </p:nvSpPr>
        <p:spPr>
          <a:xfrm>
            <a:off x="2212311" y="2544943"/>
            <a:ext cx="9332036" cy="3027681"/>
          </a:xfrm>
          <a:prstGeom prst="rect">
            <a:avLst/>
          </a:prstGeom>
        </p:spPr>
        <p:txBody>
          <a:bodyPr>
            <a:spAutoFit/>
          </a:bodyPr>
          <a:lstStyle/>
          <a:p>
            <a:pPr lvl="1" indent="0" defTabSz="2438338">
              <a:lnSpc>
                <a:spcPct val="70000"/>
              </a:lnSpc>
              <a:defRPr sz="7000" spc="-349">
                <a:solidFill>
                  <a:srgbClr val="C7BCAA"/>
                </a:solidFill>
                <a:latin typeface="OpenSans-Extrabold"/>
                <a:ea typeface="OpenSans-Extrabold"/>
                <a:cs typeface="OpenSans-Extrabold"/>
                <a:sym typeface="OpenSans-Extrabold"/>
              </a:defRPr>
            </a:pPr>
            <a:r>
              <a:t>Let’s create positive impact </a:t>
            </a:r>
          </a:p>
          <a:p>
            <a:pPr lvl="1" indent="0" defTabSz="2438338">
              <a:lnSpc>
                <a:spcPct val="70000"/>
              </a:lnSpc>
              <a:defRPr sz="7000" spc="-349">
                <a:solidFill>
                  <a:srgbClr val="C7BCAA"/>
                </a:solidFill>
                <a:latin typeface="OpenSans-Extrabold"/>
                <a:ea typeface="OpenSans-Extrabold"/>
                <a:cs typeface="OpenSans-Extrabold"/>
                <a:sym typeface="OpenSans-Extrabold"/>
              </a:defRPr>
            </a:pPr>
            <a:r>
              <a:t>together</a:t>
            </a:r>
          </a:p>
        </p:txBody>
      </p:sp>
      <p:sp>
        <p:nvSpPr>
          <p:cNvPr id="207"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Mockup iphone">
    <p:bg>
      <p:bgPr>
        <a:solidFill>
          <a:srgbClr val="C8BAA5"/>
        </a:solidFill>
        <a:effectLst/>
      </p:bgPr>
    </p:bg>
    <p:spTree>
      <p:nvGrpSpPr>
        <p:cNvPr id="1" name=""/>
        <p:cNvGrpSpPr/>
        <p:nvPr/>
      </p:nvGrpSpPr>
      <p:grpSpPr>
        <a:xfrm>
          <a:off x="0" y="0"/>
          <a:ext cx="0" cy="0"/>
          <a:chOff x="0" y="0"/>
          <a:chExt cx="0" cy="0"/>
        </a:xfrm>
      </p:grpSpPr>
      <p:sp>
        <p:nvSpPr>
          <p:cNvPr id="227" name="Vorm"/>
          <p:cNvSpPr/>
          <p:nvPr/>
        </p:nvSpPr>
        <p:spPr>
          <a:xfrm>
            <a:off x="14151109" y="-1796402"/>
            <a:ext cx="13126909" cy="13126606"/>
          </a:xfrm>
          <a:custGeom>
            <a:avLst/>
            <a:gdLst/>
            <a:ahLst/>
            <a:cxnLst>
              <a:cxn ang="0">
                <a:pos x="wd2" y="hd2"/>
              </a:cxn>
              <a:cxn ang="5400000">
                <a:pos x="wd2" y="hd2"/>
              </a:cxn>
              <a:cxn ang="10800000">
                <a:pos x="wd2" y="hd2"/>
              </a:cxn>
              <a:cxn ang="16200000">
                <a:pos x="wd2" y="hd2"/>
              </a:cxn>
            </a:cxnLst>
            <a:rect l="0" t="0" r="r" b="b"/>
            <a:pathLst>
              <a:path w="19679" h="20595" extrusionOk="0">
                <a:moveTo>
                  <a:pt x="9839" y="0"/>
                </a:moveTo>
                <a:cubicBezTo>
                  <a:pt x="7321" y="0"/>
                  <a:pt x="4803" y="1005"/>
                  <a:pt x="2881" y="3016"/>
                </a:cubicBezTo>
                <a:cubicBezTo>
                  <a:pt x="-961" y="7037"/>
                  <a:pt x="-961" y="13557"/>
                  <a:pt x="2881" y="17579"/>
                </a:cubicBezTo>
                <a:cubicBezTo>
                  <a:pt x="6724" y="21600"/>
                  <a:pt x="12954" y="21600"/>
                  <a:pt x="16797" y="17579"/>
                </a:cubicBezTo>
                <a:cubicBezTo>
                  <a:pt x="20639" y="13557"/>
                  <a:pt x="20639" y="7037"/>
                  <a:pt x="16797" y="3016"/>
                </a:cubicBezTo>
                <a:cubicBezTo>
                  <a:pt x="14875" y="1005"/>
                  <a:pt x="12357" y="0"/>
                  <a:pt x="9839" y="0"/>
                </a:cubicBezTo>
                <a:close/>
                <a:moveTo>
                  <a:pt x="9839" y="4874"/>
                </a:moveTo>
                <a:cubicBezTo>
                  <a:pt x="11165" y="4874"/>
                  <a:pt x="12491" y="5404"/>
                  <a:pt x="13503" y="6462"/>
                </a:cubicBezTo>
                <a:cubicBezTo>
                  <a:pt x="15527" y="8580"/>
                  <a:pt x="15527" y="12014"/>
                  <a:pt x="13503" y="14132"/>
                </a:cubicBezTo>
                <a:cubicBezTo>
                  <a:pt x="11479" y="16250"/>
                  <a:pt x="8199" y="16250"/>
                  <a:pt x="6175" y="14132"/>
                </a:cubicBezTo>
                <a:cubicBezTo>
                  <a:pt x="4151" y="12014"/>
                  <a:pt x="4151" y="8580"/>
                  <a:pt x="6175" y="6462"/>
                </a:cubicBezTo>
                <a:cubicBezTo>
                  <a:pt x="7187" y="5404"/>
                  <a:pt x="8513" y="4874"/>
                  <a:pt x="9839" y="4874"/>
                </a:cubicBezTo>
                <a:close/>
              </a:path>
            </a:pathLst>
          </a:custGeom>
          <a:solidFill>
            <a:srgbClr val="FFFFFF">
              <a:alpha val="9999"/>
            </a:srgbClr>
          </a:solidFill>
          <a:ln w="12700">
            <a:miter lim="400000"/>
          </a:ln>
        </p:spPr>
        <p:txBody>
          <a:bodyPr lIns="50800" tIns="50800" rIns="50800" bIns="50800" anchor="ctr"/>
          <a:lstStyle/>
          <a:p>
            <a:pPr defTabSz="825500">
              <a:defRPr sz="3200" b="1">
                <a:solidFill>
                  <a:srgbClr val="FFFFFF"/>
                </a:solidFill>
              </a:defRPr>
            </a:pPr>
            <a:endParaRPr/>
          </a:p>
        </p:txBody>
      </p:sp>
      <p:pic>
        <p:nvPicPr>
          <p:cNvPr id="228"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229" name="Vorm"/>
          <p:cNvSpPr/>
          <p:nvPr/>
        </p:nvSpPr>
        <p:spPr>
          <a:xfrm>
            <a:off x="-2084077" y="-1796402"/>
            <a:ext cx="7659782" cy="7659606"/>
          </a:xfrm>
          <a:custGeom>
            <a:avLst/>
            <a:gdLst/>
            <a:ahLst/>
            <a:cxnLst>
              <a:cxn ang="0">
                <a:pos x="wd2" y="hd2"/>
              </a:cxn>
              <a:cxn ang="5400000">
                <a:pos x="wd2" y="hd2"/>
              </a:cxn>
              <a:cxn ang="10800000">
                <a:pos x="wd2" y="hd2"/>
              </a:cxn>
              <a:cxn ang="16200000">
                <a:pos x="wd2" y="hd2"/>
              </a:cxn>
            </a:cxnLst>
            <a:rect l="0" t="0" r="r" b="b"/>
            <a:pathLst>
              <a:path w="19679" h="20595" extrusionOk="0">
                <a:moveTo>
                  <a:pt x="9839" y="0"/>
                </a:moveTo>
                <a:cubicBezTo>
                  <a:pt x="7321" y="0"/>
                  <a:pt x="4803" y="1005"/>
                  <a:pt x="2881" y="3016"/>
                </a:cubicBezTo>
                <a:cubicBezTo>
                  <a:pt x="-961" y="7037"/>
                  <a:pt x="-961" y="13557"/>
                  <a:pt x="2881" y="17579"/>
                </a:cubicBezTo>
                <a:cubicBezTo>
                  <a:pt x="6724" y="21600"/>
                  <a:pt x="12954" y="21600"/>
                  <a:pt x="16797" y="17579"/>
                </a:cubicBezTo>
                <a:cubicBezTo>
                  <a:pt x="20639" y="13557"/>
                  <a:pt x="20639" y="7037"/>
                  <a:pt x="16797" y="3016"/>
                </a:cubicBezTo>
                <a:cubicBezTo>
                  <a:pt x="14875" y="1005"/>
                  <a:pt x="12357" y="0"/>
                  <a:pt x="9839" y="0"/>
                </a:cubicBezTo>
                <a:close/>
                <a:moveTo>
                  <a:pt x="9839" y="4874"/>
                </a:moveTo>
                <a:cubicBezTo>
                  <a:pt x="11165" y="4874"/>
                  <a:pt x="12491" y="5404"/>
                  <a:pt x="13503" y="6462"/>
                </a:cubicBezTo>
                <a:cubicBezTo>
                  <a:pt x="15527" y="8580"/>
                  <a:pt x="15527" y="12014"/>
                  <a:pt x="13503" y="14132"/>
                </a:cubicBezTo>
                <a:cubicBezTo>
                  <a:pt x="11479" y="16250"/>
                  <a:pt x="8199" y="16250"/>
                  <a:pt x="6175" y="14132"/>
                </a:cubicBezTo>
                <a:cubicBezTo>
                  <a:pt x="4151" y="12014"/>
                  <a:pt x="4151" y="8580"/>
                  <a:pt x="6175" y="6462"/>
                </a:cubicBezTo>
                <a:cubicBezTo>
                  <a:pt x="7187" y="5404"/>
                  <a:pt x="8513" y="4874"/>
                  <a:pt x="9839" y="4874"/>
                </a:cubicBezTo>
                <a:close/>
              </a:path>
            </a:pathLst>
          </a:custGeom>
          <a:solidFill>
            <a:srgbClr val="FFFFFF">
              <a:alpha val="9999"/>
            </a:srgbClr>
          </a:solidFill>
          <a:ln w="12700">
            <a:miter lim="400000"/>
          </a:ln>
        </p:spPr>
        <p:txBody>
          <a:bodyPr lIns="50800" tIns="50800" rIns="50800" bIns="50800" anchor="ctr"/>
          <a:lstStyle/>
          <a:p>
            <a:pPr defTabSz="825500">
              <a:defRPr sz="3200" b="1">
                <a:solidFill>
                  <a:srgbClr val="FFFFFF"/>
                </a:solidFill>
              </a:defRPr>
            </a:pPr>
            <a:endParaRPr/>
          </a:p>
        </p:txBody>
      </p:sp>
      <p:sp>
        <p:nvSpPr>
          <p:cNvPr id="230" name="facts &amp; figures"/>
          <p:cNvSpPr txBox="1">
            <a:spLocks noGrp="1"/>
          </p:cNvSpPr>
          <p:nvPr>
            <p:ph type="body" sz="quarter" idx="21"/>
          </p:nvPr>
        </p:nvSpPr>
        <p:spPr>
          <a:xfrm>
            <a:off x="2205419" y="1633351"/>
            <a:ext cx="3544046" cy="800101"/>
          </a:xfrm>
          <a:prstGeom prst="rect">
            <a:avLst/>
          </a:prstGeom>
        </p:spPr>
        <p:txBody>
          <a:bodyPr wrap="none">
            <a:spAutoFit/>
          </a:bodyPr>
          <a:lstStyle/>
          <a:p>
            <a:pPr lvl="1" indent="0" defTabSz="2438338">
              <a:lnSpc>
                <a:spcPct val="80000"/>
              </a:lnSpc>
              <a:defRPr sz="4000" spc="-199">
                <a:solidFill>
                  <a:srgbClr val="D04E3F"/>
                </a:solidFill>
                <a:latin typeface="OpenSans-Extrabold"/>
                <a:ea typeface="OpenSans-Extrabold"/>
                <a:cs typeface="OpenSans-Extrabold"/>
                <a:sym typeface="OpenSans-Extrabold"/>
              </a:defRPr>
            </a:pPr>
            <a:r>
              <a:t>facts &amp; figures</a:t>
            </a:r>
          </a:p>
        </p:txBody>
      </p:sp>
      <p:sp>
        <p:nvSpPr>
          <p:cNvPr id="231" name="Let’s create positive impact…"/>
          <p:cNvSpPr txBox="1">
            <a:spLocks noGrp="1"/>
          </p:cNvSpPr>
          <p:nvPr>
            <p:ph type="body" sz="quarter" idx="22"/>
          </p:nvPr>
        </p:nvSpPr>
        <p:spPr>
          <a:xfrm>
            <a:off x="2212311" y="2544943"/>
            <a:ext cx="6764895" cy="3027681"/>
          </a:xfrm>
          <a:prstGeom prst="rect">
            <a:avLst/>
          </a:prstGeom>
        </p:spPr>
        <p:txBody>
          <a:bodyPr>
            <a:spAutoFit/>
          </a:bodyPr>
          <a:lstStyle/>
          <a:p>
            <a:pPr lvl="1" indent="0" defTabSz="2438338">
              <a:lnSpc>
                <a:spcPct val="70000"/>
              </a:lnSpc>
              <a:defRPr sz="7000" spc="-349">
                <a:solidFill>
                  <a:srgbClr val="2E282C"/>
                </a:solidFill>
                <a:latin typeface="OpenSans-Extrabold"/>
                <a:ea typeface="OpenSans-Extrabold"/>
                <a:cs typeface="OpenSans-Extrabold"/>
                <a:sym typeface="OpenSans-Extrabold"/>
              </a:defRPr>
            </a:pPr>
            <a:r>
              <a:t>Let’s create positive impact </a:t>
            </a:r>
          </a:p>
          <a:p>
            <a:pPr lvl="1" indent="0" defTabSz="2438338">
              <a:lnSpc>
                <a:spcPct val="70000"/>
              </a:lnSpc>
              <a:defRPr sz="7000" spc="-349">
                <a:solidFill>
                  <a:srgbClr val="2E282C"/>
                </a:solidFill>
                <a:latin typeface="OpenSans-Extrabold"/>
                <a:ea typeface="OpenSans-Extrabold"/>
                <a:cs typeface="OpenSans-Extrabold"/>
                <a:sym typeface="OpenSans-Extrabold"/>
              </a:defRPr>
            </a:pPr>
            <a:r>
              <a:t>together</a:t>
            </a:r>
          </a:p>
        </p:txBody>
      </p:sp>
      <p:sp>
        <p:nvSpPr>
          <p:cNvPr id="232" name="The way we work together. We are Innovadis and we guide and accompany you on the technical journey to positive impact. Step-by-step. Not only do we have decades of experience on this journey, we also have the skills to get to your destination. We eat imp"/>
          <p:cNvSpPr txBox="1">
            <a:spLocks noGrp="1"/>
          </p:cNvSpPr>
          <p:nvPr>
            <p:ph type="body" sz="quarter" idx="23"/>
          </p:nvPr>
        </p:nvSpPr>
        <p:spPr>
          <a:xfrm>
            <a:off x="2229773" y="6864816"/>
            <a:ext cx="6729972" cy="3736341"/>
          </a:xfrm>
          <a:prstGeom prst="rect">
            <a:avLst/>
          </a:prstGeom>
        </p:spPr>
        <p:txBody>
          <a:bodyPr>
            <a:spAutoFit/>
          </a:bodyPr>
          <a:lstStyle/>
          <a:p>
            <a:pPr>
              <a:lnSpc>
                <a:spcPct val="160000"/>
              </a:lnSpc>
              <a:defRPr sz="2000" b="0">
                <a:solidFill>
                  <a:srgbClr val="2E282C"/>
                </a:solidFill>
                <a:latin typeface="Open Sans"/>
                <a:ea typeface="Open Sans"/>
                <a:cs typeface="Open Sans"/>
                <a:sym typeface="Open Sans"/>
              </a:defRPr>
            </a:pPr>
            <a:r>
              <a:rPr b="1"/>
              <a:t>The way we work together.</a:t>
            </a:r>
            <a:r>
              <a:t> We are Innovadis and we guide and accompany you on the technical journey to positive impact. Step-by-step. Not only do we have decades of experience on this journey, we also have the skills to get to your destination. We eat impossible puzzles for breakfast and come up with useful solutions to bigger problems every day. Sometimes just for fun.</a:t>
            </a:r>
          </a:p>
        </p:txBody>
      </p:sp>
      <p:sp>
        <p:nvSpPr>
          <p:cNvPr id="233" name="Afbeelding"/>
          <p:cNvSpPr>
            <a:spLocks noGrp="1"/>
          </p:cNvSpPr>
          <p:nvPr>
            <p:ph type="pic" sz="quarter" idx="24"/>
          </p:nvPr>
        </p:nvSpPr>
        <p:spPr>
          <a:xfrm>
            <a:off x="10248524" y="2262003"/>
            <a:ext cx="4257556" cy="9213787"/>
          </a:xfrm>
          <a:prstGeom prst="rect">
            <a:avLst/>
          </a:prstGeom>
          <a:effectLst>
            <a:outerShdw blurRad="635000" dist="146139" dir="5400000" rotWithShape="0">
              <a:srgbClr val="000000">
                <a:alpha val="40000"/>
              </a:srgbClr>
            </a:outerShdw>
          </a:effectLst>
        </p:spPr>
        <p:txBody>
          <a:bodyPr lIns="91439" tIns="45719" rIns="91439" bIns="45719">
            <a:noAutofit/>
          </a:bodyPr>
          <a:lstStyle/>
          <a:p>
            <a:endParaRPr/>
          </a:p>
        </p:txBody>
      </p:sp>
      <p:sp>
        <p:nvSpPr>
          <p:cNvPr id="234" name="Afbeelding"/>
          <p:cNvSpPr>
            <a:spLocks noGrp="1"/>
          </p:cNvSpPr>
          <p:nvPr>
            <p:ph type="pic" sz="quarter" idx="25"/>
          </p:nvPr>
        </p:nvSpPr>
        <p:spPr>
          <a:xfrm>
            <a:off x="17925687" y="2262003"/>
            <a:ext cx="4257556" cy="9213787"/>
          </a:xfrm>
          <a:prstGeom prst="rect">
            <a:avLst/>
          </a:prstGeom>
          <a:effectLst>
            <a:outerShdw blurRad="635000" dist="146139" dir="5400000" rotWithShape="0">
              <a:srgbClr val="000000">
                <a:alpha val="40000"/>
              </a:srgbClr>
            </a:outerShdw>
          </a:effectLst>
        </p:spPr>
        <p:txBody>
          <a:bodyPr lIns="91439" tIns="45719" rIns="91439" bIns="45719">
            <a:noAutofit/>
          </a:bodyPr>
          <a:lstStyle/>
          <a:p>
            <a:endParaRPr/>
          </a:p>
        </p:txBody>
      </p:sp>
      <p:sp>
        <p:nvSpPr>
          <p:cNvPr id="235" name="Afbeelding"/>
          <p:cNvSpPr>
            <a:spLocks noGrp="1"/>
          </p:cNvSpPr>
          <p:nvPr>
            <p:ph type="pic" sz="quarter" idx="26"/>
          </p:nvPr>
        </p:nvSpPr>
        <p:spPr>
          <a:xfrm>
            <a:off x="13813995" y="1535678"/>
            <a:ext cx="4803689" cy="10395675"/>
          </a:xfrm>
          <a:prstGeom prst="rect">
            <a:avLst/>
          </a:prstGeom>
          <a:effectLst>
            <a:outerShdw blurRad="635000" dist="146139" dir="5400000" rotWithShape="0">
              <a:srgbClr val="000000">
                <a:alpha val="40000"/>
              </a:srgbClr>
            </a:outerShdw>
          </a:effectLst>
        </p:spPr>
        <p:txBody>
          <a:bodyPr lIns="91439" tIns="45719" rIns="91439" bIns="45719">
            <a:noAutofit/>
          </a:bodyPr>
          <a:lstStyle/>
          <a:p>
            <a:endParaRPr/>
          </a:p>
        </p:txBody>
      </p:sp>
      <p:sp>
        <p:nvSpPr>
          <p:cNvPr id="236"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Afbeelding rechts">
    <p:bg>
      <p:bgPr>
        <a:solidFill>
          <a:srgbClr val="2D292D"/>
        </a:solidFill>
        <a:effectLst/>
      </p:bgPr>
    </p:bg>
    <p:spTree>
      <p:nvGrpSpPr>
        <p:cNvPr id="1" name=""/>
        <p:cNvGrpSpPr/>
        <p:nvPr/>
      </p:nvGrpSpPr>
      <p:grpSpPr>
        <a:xfrm>
          <a:off x="0" y="0"/>
          <a:ext cx="0" cy="0"/>
          <a:chOff x="0" y="0"/>
          <a:chExt cx="0" cy="0"/>
        </a:xfrm>
      </p:grpSpPr>
      <p:pic>
        <p:nvPicPr>
          <p:cNvPr id="254" name="pasted-image.pdf" descr="pasted-image.pdf"/>
          <p:cNvPicPr>
            <a:picLocks noChangeAspect="1"/>
          </p:cNvPicPr>
          <p:nvPr/>
        </p:nvPicPr>
        <p:blipFill>
          <a:blip r:embed="rId2"/>
          <a:stretch>
            <a:fillRect/>
          </a:stretch>
        </p:blipFill>
        <p:spPr>
          <a:xfrm>
            <a:off x="-3231236" y="-2911716"/>
            <a:ext cx="9191157" cy="9191157"/>
          </a:xfrm>
          <a:prstGeom prst="rect">
            <a:avLst/>
          </a:prstGeom>
          <a:ln w="12700">
            <a:miter lim="400000"/>
          </a:ln>
        </p:spPr>
      </p:pic>
      <p:pic>
        <p:nvPicPr>
          <p:cNvPr id="255" name="pasted-image.pdf" descr="pasted-image.pdf"/>
          <p:cNvPicPr>
            <a:picLocks noChangeAspect="1"/>
          </p:cNvPicPr>
          <p:nvPr/>
        </p:nvPicPr>
        <p:blipFill>
          <a:blip r:embed="rId3"/>
          <a:stretch>
            <a:fillRect/>
          </a:stretch>
        </p:blipFill>
        <p:spPr>
          <a:xfrm>
            <a:off x="20889266" y="11972122"/>
            <a:ext cx="2300024" cy="972288"/>
          </a:xfrm>
          <a:prstGeom prst="rect">
            <a:avLst/>
          </a:prstGeom>
          <a:ln w="12700">
            <a:miter lim="400000"/>
          </a:ln>
        </p:spPr>
      </p:pic>
      <p:sp>
        <p:nvSpPr>
          <p:cNvPr id="256" name="our culture"/>
          <p:cNvSpPr txBox="1">
            <a:spLocks noGrp="1"/>
          </p:cNvSpPr>
          <p:nvPr>
            <p:ph type="body" sz="quarter" idx="21"/>
          </p:nvPr>
        </p:nvSpPr>
        <p:spPr>
          <a:xfrm>
            <a:off x="12822936" y="1633351"/>
            <a:ext cx="2763839" cy="800101"/>
          </a:xfrm>
          <a:prstGeom prst="rect">
            <a:avLst/>
          </a:prstGeom>
        </p:spPr>
        <p:txBody>
          <a:bodyPr wrap="none">
            <a:spAutoFit/>
          </a:bodyPr>
          <a:lstStyle/>
          <a:p>
            <a:pPr lvl="1" indent="0" defTabSz="2438338">
              <a:lnSpc>
                <a:spcPct val="80000"/>
              </a:lnSpc>
              <a:defRPr sz="4000" spc="-199">
                <a:solidFill>
                  <a:srgbClr val="FFFFFF"/>
                </a:solidFill>
                <a:latin typeface="OpenSans-Extrabold"/>
                <a:ea typeface="OpenSans-Extrabold"/>
                <a:cs typeface="OpenSans-Extrabold"/>
                <a:sym typeface="OpenSans-Extrabold"/>
              </a:defRPr>
            </a:pPr>
            <a:r>
              <a:t>our culture</a:t>
            </a:r>
          </a:p>
        </p:txBody>
      </p:sp>
      <p:sp>
        <p:nvSpPr>
          <p:cNvPr id="257" name="We are the explorers,…"/>
          <p:cNvSpPr txBox="1">
            <a:spLocks noGrp="1"/>
          </p:cNvSpPr>
          <p:nvPr>
            <p:ph type="body" sz="quarter" idx="22"/>
          </p:nvPr>
        </p:nvSpPr>
        <p:spPr>
          <a:xfrm>
            <a:off x="12829829" y="2544943"/>
            <a:ext cx="9332035" cy="3881121"/>
          </a:xfrm>
          <a:prstGeom prst="rect">
            <a:avLst/>
          </a:prstGeom>
        </p:spPr>
        <p:txBody>
          <a:bodyPr>
            <a:spAutoFit/>
          </a:bodyPr>
          <a:lstStyle/>
          <a:p>
            <a:pPr lvl="1" indent="0" defTabSz="2438338">
              <a:lnSpc>
                <a:spcPct val="70000"/>
              </a:lnSpc>
              <a:defRPr sz="7000" spc="-349">
                <a:solidFill>
                  <a:srgbClr val="C7BCAA"/>
                </a:solidFill>
                <a:latin typeface="OpenSans-Extrabold"/>
                <a:ea typeface="OpenSans-Extrabold"/>
                <a:cs typeface="OpenSans-Extrabold"/>
                <a:sym typeface="OpenSans-Extrabold"/>
              </a:defRPr>
            </a:pPr>
            <a:r>
              <a:t>We are the explorers, </a:t>
            </a:r>
          </a:p>
          <a:p>
            <a:pPr lvl="1" indent="0" defTabSz="2438338">
              <a:lnSpc>
                <a:spcPct val="70000"/>
              </a:lnSpc>
              <a:defRPr sz="7000" spc="-349">
                <a:solidFill>
                  <a:srgbClr val="C7BCAA"/>
                </a:solidFill>
                <a:latin typeface="OpenSans-Extrabold"/>
                <a:ea typeface="OpenSans-Extrabold"/>
                <a:cs typeface="OpenSans-Extrabold"/>
                <a:sym typeface="OpenSans-Extrabold"/>
              </a:defRPr>
            </a:pPr>
            <a:r>
              <a:t>the shakers, </a:t>
            </a:r>
            <a:br/>
            <a:r>
              <a:t>the positive impact makers!</a:t>
            </a:r>
          </a:p>
        </p:txBody>
      </p:sp>
      <p:sp>
        <p:nvSpPr>
          <p:cNvPr id="258" name="We believe we can make a positive impact and improve our world with innovative solutions that really matter.…"/>
          <p:cNvSpPr txBox="1">
            <a:spLocks noGrp="1"/>
          </p:cNvSpPr>
          <p:nvPr>
            <p:ph type="body" sz="quarter" idx="23"/>
          </p:nvPr>
        </p:nvSpPr>
        <p:spPr>
          <a:xfrm>
            <a:off x="12847290" y="6864816"/>
            <a:ext cx="9297113" cy="4246881"/>
          </a:xfrm>
          <a:prstGeom prst="rect">
            <a:avLst/>
          </a:prstGeom>
        </p:spPr>
        <p:txBody>
          <a:bodyPr>
            <a:spAutoFit/>
          </a:bodyPr>
          <a:lstStyle/>
          <a:p>
            <a:pPr>
              <a:lnSpc>
                <a:spcPct val="160000"/>
              </a:lnSpc>
              <a:defRPr sz="2000" b="0">
                <a:solidFill>
                  <a:srgbClr val="FFFFFF"/>
                </a:solidFill>
                <a:latin typeface="Open Sans"/>
                <a:ea typeface="Open Sans"/>
                <a:cs typeface="Open Sans"/>
                <a:sym typeface="Open Sans"/>
              </a:defRPr>
            </a:pPr>
            <a:r>
              <a:t>We believe we can make a positive impact and improve our world with innovative solutions that really matter.</a:t>
            </a:r>
            <a:endParaRPr b="1"/>
          </a:p>
          <a:p>
            <a:pPr>
              <a:lnSpc>
                <a:spcPct val="160000"/>
              </a:lnSpc>
              <a:defRPr sz="2000" b="0">
                <a:solidFill>
                  <a:srgbClr val="FFFFFF"/>
                </a:solidFill>
                <a:latin typeface="Open Sans"/>
                <a:ea typeface="Open Sans"/>
                <a:cs typeface="Open Sans"/>
                <a:sym typeface="Open Sans"/>
              </a:defRPr>
            </a:pPr>
            <a:endParaRPr b="1"/>
          </a:p>
          <a:p>
            <a:pPr>
              <a:lnSpc>
                <a:spcPct val="160000"/>
              </a:lnSpc>
              <a:defRPr sz="2000" b="0">
                <a:solidFill>
                  <a:srgbClr val="FFFFFF"/>
                </a:solidFill>
                <a:latin typeface="Open Sans"/>
                <a:ea typeface="Open Sans"/>
                <a:cs typeface="Open Sans"/>
                <a:sym typeface="Open Sans"/>
              </a:defRPr>
            </a:pPr>
            <a:r>
              <a:rPr b="1"/>
              <a:t>Important steps towards positive impact</a:t>
            </a:r>
          </a:p>
          <a:p>
            <a:pPr marL="381000" indent="-381000">
              <a:lnSpc>
                <a:spcPct val="160000"/>
              </a:lnSpc>
              <a:buSzPct val="50000"/>
              <a:buBlip>
                <a:blip r:embed="rId4"/>
              </a:buBlip>
              <a:defRPr sz="2000" b="0">
                <a:solidFill>
                  <a:srgbClr val="FFFFFF"/>
                </a:solidFill>
                <a:latin typeface="Open Sans"/>
                <a:ea typeface="Open Sans"/>
                <a:cs typeface="Open Sans"/>
                <a:sym typeface="Open Sans"/>
              </a:defRPr>
            </a:pPr>
            <a:r>
              <a:t>Faster time to market </a:t>
            </a:r>
          </a:p>
          <a:p>
            <a:pPr marL="381000" indent="-381000">
              <a:lnSpc>
                <a:spcPct val="160000"/>
              </a:lnSpc>
              <a:buSzPct val="50000"/>
              <a:buBlip>
                <a:blip r:embed="rId4"/>
              </a:buBlip>
              <a:defRPr sz="2000" b="0">
                <a:solidFill>
                  <a:srgbClr val="FFFFFF"/>
                </a:solidFill>
                <a:latin typeface="Open Sans"/>
                <a:ea typeface="Open Sans"/>
                <a:cs typeface="Open Sans"/>
                <a:sym typeface="Open Sans"/>
              </a:defRPr>
            </a:pPr>
            <a:r>
              <a:t>Reduction of cost for data management</a:t>
            </a:r>
          </a:p>
          <a:p>
            <a:pPr marL="381000" indent="-381000">
              <a:lnSpc>
                <a:spcPct val="160000"/>
              </a:lnSpc>
              <a:buSzPct val="50000"/>
              <a:buBlip>
                <a:blip r:embed="rId4"/>
              </a:buBlip>
              <a:defRPr sz="2000" b="0">
                <a:solidFill>
                  <a:srgbClr val="FFFFFF"/>
                </a:solidFill>
                <a:latin typeface="Open Sans"/>
                <a:ea typeface="Open Sans"/>
                <a:cs typeface="Open Sans"/>
                <a:sym typeface="Open Sans"/>
              </a:defRPr>
            </a:pPr>
            <a:r>
              <a:t>Reliable product content</a:t>
            </a:r>
            <a:endParaRPr>
              <a:latin typeface="Times Roman"/>
              <a:ea typeface="Times Roman"/>
              <a:cs typeface="Times Roman"/>
              <a:sym typeface="Times Roman"/>
            </a:endParaRPr>
          </a:p>
        </p:txBody>
      </p:sp>
      <p:sp>
        <p:nvSpPr>
          <p:cNvPr id="259" name="Afbeelding"/>
          <p:cNvSpPr>
            <a:spLocks noGrp="1"/>
          </p:cNvSpPr>
          <p:nvPr>
            <p:ph type="pic" idx="24"/>
          </p:nvPr>
        </p:nvSpPr>
        <p:spPr>
          <a:xfrm>
            <a:off x="-2085996" y="1823045"/>
            <a:ext cx="15343027" cy="10452818"/>
          </a:xfrm>
          <a:prstGeom prst="rect">
            <a:avLst/>
          </a:prstGeom>
        </p:spPr>
        <p:txBody>
          <a:bodyPr lIns="91439" tIns="45719" rIns="91439" bIns="45719">
            <a:noAutofit/>
          </a:bodyPr>
          <a:lstStyle/>
          <a:p>
            <a:endParaRPr/>
          </a:p>
        </p:txBody>
      </p:sp>
      <p:sp>
        <p:nvSpPr>
          <p:cNvPr id="260"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Afbeelding rechts 2">
    <p:bg>
      <p:bgPr>
        <a:solidFill>
          <a:srgbClr val="2D292D"/>
        </a:solidFill>
        <a:effectLst/>
      </p:bgPr>
    </p:bg>
    <p:spTree>
      <p:nvGrpSpPr>
        <p:cNvPr id="1" name=""/>
        <p:cNvGrpSpPr/>
        <p:nvPr/>
      </p:nvGrpSpPr>
      <p:grpSpPr>
        <a:xfrm>
          <a:off x="0" y="0"/>
          <a:ext cx="0" cy="0"/>
          <a:chOff x="0" y="0"/>
          <a:chExt cx="0" cy="0"/>
        </a:xfrm>
      </p:grpSpPr>
      <p:pic>
        <p:nvPicPr>
          <p:cNvPr id="267"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268" name="our culture"/>
          <p:cNvSpPr txBox="1">
            <a:spLocks noGrp="1"/>
          </p:cNvSpPr>
          <p:nvPr>
            <p:ph type="body" sz="quarter" idx="21"/>
          </p:nvPr>
        </p:nvSpPr>
        <p:spPr>
          <a:xfrm>
            <a:off x="9287666" y="1633351"/>
            <a:ext cx="2763838" cy="800101"/>
          </a:xfrm>
          <a:prstGeom prst="rect">
            <a:avLst/>
          </a:prstGeom>
        </p:spPr>
        <p:txBody>
          <a:bodyPr wrap="none">
            <a:spAutoFit/>
          </a:bodyPr>
          <a:lstStyle/>
          <a:p>
            <a:pPr lvl="1" indent="0" defTabSz="2438338">
              <a:lnSpc>
                <a:spcPct val="80000"/>
              </a:lnSpc>
              <a:defRPr sz="4000" spc="-199">
                <a:solidFill>
                  <a:srgbClr val="FFFFFF"/>
                </a:solidFill>
                <a:latin typeface="OpenSans-Extrabold"/>
                <a:ea typeface="OpenSans-Extrabold"/>
                <a:cs typeface="OpenSans-Extrabold"/>
                <a:sym typeface="OpenSans-Extrabold"/>
              </a:defRPr>
            </a:pPr>
            <a:r>
              <a:t>our culture</a:t>
            </a:r>
          </a:p>
        </p:txBody>
      </p:sp>
      <p:sp>
        <p:nvSpPr>
          <p:cNvPr id="269" name="We are the explorers,…"/>
          <p:cNvSpPr txBox="1">
            <a:spLocks noGrp="1"/>
          </p:cNvSpPr>
          <p:nvPr>
            <p:ph type="body" sz="quarter" idx="22"/>
          </p:nvPr>
        </p:nvSpPr>
        <p:spPr>
          <a:xfrm>
            <a:off x="9294559" y="2544943"/>
            <a:ext cx="9332035" cy="3881121"/>
          </a:xfrm>
          <a:prstGeom prst="rect">
            <a:avLst/>
          </a:prstGeom>
        </p:spPr>
        <p:txBody>
          <a:bodyPr>
            <a:spAutoFit/>
          </a:bodyPr>
          <a:lstStyle/>
          <a:p>
            <a:pPr lvl="1" indent="0" defTabSz="2438338">
              <a:lnSpc>
                <a:spcPct val="70000"/>
              </a:lnSpc>
              <a:defRPr sz="7000" spc="-349">
                <a:solidFill>
                  <a:srgbClr val="C7BCAA"/>
                </a:solidFill>
                <a:latin typeface="OpenSans-Extrabold"/>
                <a:ea typeface="OpenSans-Extrabold"/>
                <a:cs typeface="OpenSans-Extrabold"/>
                <a:sym typeface="OpenSans-Extrabold"/>
              </a:defRPr>
            </a:pPr>
            <a:r>
              <a:t>We are the explorers, </a:t>
            </a:r>
          </a:p>
          <a:p>
            <a:pPr lvl="1" indent="0" defTabSz="2438338">
              <a:lnSpc>
                <a:spcPct val="70000"/>
              </a:lnSpc>
              <a:defRPr sz="7000" spc="-349">
                <a:solidFill>
                  <a:srgbClr val="C7BCAA"/>
                </a:solidFill>
                <a:latin typeface="OpenSans-Extrabold"/>
                <a:ea typeface="OpenSans-Extrabold"/>
                <a:cs typeface="OpenSans-Extrabold"/>
                <a:sym typeface="OpenSans-Extrabold"/>
              </a:defRPr>
            </a:pPr>
            <a:r>
              <a:t>the shakers, </a:t>
            </a:r>
            <a:br/>
            <a:r>
              <a:t>the positive impact makers!</a:t>
            </a:r>
          </a:p>
        </p:txBody>
      </p:sp>
      <p:sp>
        <p:nvSpPr>
          <p:cNvPr id="270" name="We believe we can make a positive impact and improve our world with innovative solutions that really matter. Always."/>
          <p:cNvSpPr txBox="1">
            <a:spLocks noGrp="1"/>
          </p:cNvSpPr>
          <p:nvPr>
            <p:ph type="body" sz="quarter" idx="23"/>
          </p:nvPr>
        </p:nvSpPr>
        <p:spPr>
          <a:xfrm>
            <a:off x="9312019" y="6864816"/>
            <a:ext cx="12805487" cy="1503681"/>
          </a:xfrm>
          <a:prstGeom prst="rect">
            <a:avLst/>
          </a:prstGeom>
        </p:spPr>
        <p:txBody>
          <a:bodyPr>
            <a:spAutoFit/>
          </a:bodyPr>
          <a:lstStyle/>
          <a:p>
            <a:pPr>
              <a:lnSpc>
                <a:spcPct val="160000"/>
              </a:lnSpc>
              <a:defRPr sz="2000" b="0">
                <a:solidFill>
                  <a:srgbClr val="FFFFFF"/>
                </a:solidFill>
                <a:latin typeface="Open Sans"/>
                <a:ea typeface="Open Sans"/>
                <a:cs typeface="Open Sans"/>
                <a:sym typeface="Open Sans"/>
              </a:defRPr>
            </a:pPr>
            <a:r>
              <a:t>We believe we can make a positive impact and improve our world with innovative solutions that really matter. </a:t>
            </a:r>
            <a:r>
              <a:rPr b="1"/>
              <a:t>Always.</a:t>
            </a:r>
            <a:endParaRPr>
              <a:latin typeface="Times Roman"/>
              <a:ea typeface="Times Roman"/>
              <a:cs typeface="Times Roman"/>
              <a:sym typeface="Times Roman"/>
            </a:endParaRPr>
          </a:p>
        </p:txBody>
      </p:sp>
      <p:sp>
        <p:nvSpPr>
          <p:cNvPr id="271" name="Afbeelding"/>
          <p:cNvSpPr>
            <a:spLocks noGrp="1"/>
          </p:cNvSpPr>
          <p:nvPr>
            <p:ph type="pic" idx="24"/>
          </p:nvPr>
        </p:nvSpPr>
        <p:spPr>
          <a:xfrm>
            <a:off x="-6208564" y="-3519"/>
            <a:ext cx="20591904" cy="13727937"/>
          </a:xfrm>
          <a:prstGeom prst="rect">
            <a:avLst/>
          </a:prstGeom>
        </p:spPr>
        <p:txBody>
          <a:bodyPr lIns="91439" tIns="45719" rIns="91439" bIns="45719">
            <a:noAutofit/>
          </a:bodyPr>
          <a:lstStyle/>
          <a:p>
            <a:endParaRPr/>
          </a:p>
        </p:txBody>
      </p:sp>
      <p:sp>
        <p:nvSpPr>
          <p:cNvPr id="272"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Introductie">
    <p:bg>
      <p:bgPr>
        <a:solidFill>
          <a:srgbClr val="2D292D"/>
        </a:solidFill>
        <a:effectLst/>
      </p:bgPr>
    </p:bg>
    <p:spTree>
      <p:nvGrpSpPr>
        <p:cNvPr id="1" name=""/>
        <p:cNvGrpSpPr/>
        <p:nvPr/>
      </p:nvGrpSpPr>
      <p:grpSpPr>
        <a:xfrm>
          <a:off x="0" y="0"/>
          <a:ext cx="0" cy="0"/>
          <a:chOff x="0" y="0"/>
          <a:chExt cx="0" cy="0"/>
        </a:xfrm>
      </p:grpSpPr>
      <p:pic>
        <p:nvPicPr>
          <p:cNvPr id="303"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304" name="Introductie"/>
          <p:cNvSpPr txBox="1">
            <a:spLocks noGrp="1"/>
          </p:cNvSpPr>
          <p:nvPr>
            <p:ph type="body" sz="quarter" idx="21"/>
          </p:nvPr>
        </p:nvSpPr>
        <p:spPr>
          <a:xfrm>
            <a:off x="2205419" y="1633351"/>
            <a:ext cx="2791372" cy="800101"/>
          </a:xfrm>
          <a:prstGeom prst="rect">
            <a:avLst/>
          </a:prstGeom>
        </p:spPr>
        <p:txBody>
          <a:bodyPr wrap="none">
            <a:spAutoFit/>
          </a:bodyPr>
          <a:lstStyle/>
          <a:p>
            <a:pPr lvl="1" indent="0" defTabSz="2438338">
              <a:lnSpc>
                <a:spcPct val="80000"/>
              </a:lnSpc>
              <a:defRPr sz="4000" spc="-199">
                <a:solidFill>
                  <a:srgbClr val="4C7888"/>
                </a:solidFill>
                <a:latin typeface="OpenSans-Extrabold"/>
                <a:ea typeface="OpenSans-Extrabold"/>
                <a:cs typeface="OpenSans-Extrabold"/>
                <a:sym typeface="OpenSans-Extrabold"/>
              </a:defRPr>
            </a:pPr>
            <a:r>
              <a:t>Introductie</a:t>
            </a:r>
          </a:p>
        </p:txBody>
      </p:sp>
      <p:sp>
        <p:nvSpPr>
          <p:cNvPr id="305" name="Plaats hier een prikkelende en uitdagende titel over max 4 regels"/>
          <p:cNvSpPr txBox="1">
            <a:spLocks noGrp="1"/>
          </p:cNvSpPr>
          <p:nvPr>
            <p:ph type="body" sz="quarter" idx="22"/>
          </p:nvPr>
        </p:nvSpPr>
        <p:spPr>
          <a:xfrm>
            <a:off x="2212311" y="2544943"/>
            <a:ext cx="11813748" cy="3027681"/>
          </a:xfrm>
          <a:prstGeom prst="rect">
            <a:avLst/>
          </a:prstGeom>
        </p:spPr>
        <p:txBody>
          <a:bodyPr>
            <a:spAutoFit/>
          </a:bodyPr>
          <a:lstStyle/>
          <a:p>
            <a:pPr lvl="1" indent="0" defTabSz="2438338">
              <a:lnSpc>
                <a:spcPct val="70000"/>
              </a:lnSpc>
              <a:defRPr sz="7000" spc="-349">
                <a:solidFill>
                  <a:srgbClr val="FFFFFF"/>
                </a:solidFill>
                <a:latin typeface="OpenSans-Extrabold"/>
                <a:ea typeface="OpenSans-Extrabold"/>
                <a:cs typeface="OpenSans-Extrabold"/>
                <a:sym typeface="OpenSans-Extrabold"/>
              </a:defRPr>
            </a:pPr>
            <a:r>
              <a:t>Plaats hier een prikkelende en uitdagende titel over max 4 regels </a:t>
            </a:r>
          </a:p>
        </p:txBody>
      </p:sp>
      <p:sp>
        <p:nvSpPr>
          <p:cNvPr id="306" name="Everything we do has an impact on our daily lives and that of future generations. As a society, we are becoming increasingly aware of this. Therefore, there is a greater need for sustainable solutions. A greater need for people with a clear vision. A gre"/>
          <p:cNvSpPr txBox="1">
            <a:spLocks noGrp="1"/>
          </p:cNvSpPr>
          <p:nvPr>
            <p:ph type="body" sz="quarter" idx="23"/>
          </p:nvPr>
        </p:nvSpPr>
        <p:spPr>
          <a:xfrm>
            <a:off x="2229773" y="6864816"/>
            <a:ext cx="6729972" cy="3187701"/>
          </a:xfrm>
          <a:prstGeom prst="rect">
            <a:avLst/>
          </a:prstGeom>
        </p:spPr>
        <p:txBody>
          <a:bodyPr>
            <a:spAutoFit/>
          </a:bodyPr>
          <a:lstStyle>
            <a:lvl1pPr>
              <a:lnSpc>
                <a:spcPct val="160000"/>
              </a:lnSpc>
              <a:defRPr sz="2000" b="0">
                <a:solidFill>
                  <a:srgbClr val="FFFFFF"/>
                </a:solidFill>
                <a:latin typeface="Open Sans"/>
                <a:ea typeface="Open Sans"/>
                <a:cs typeface="Open Sans"/>
                <a:sym typeface="Open Sans"/>
              </a:defRPr>
            </a:lvl1pPr>
          </a:lstStyle>
          <a:p>
            <a:r>
              <a:t>Everything we do has an impact on our daily lives and that of future generations. As a society, we are becoming increasingly aware of this. Therefore, there is a greater need for sustainable solutions. A greater need for people with a clear vision. A greater need for ideas and skills to develop these solutions. </a:t>
            </a:r>
          </a:p>
        </p:txBody>
      </p:sp>
      <p:sp>
        <p:nvSpPr>
          <p:cNvPr id="307" name="What if we use technology to create a better world? A world with plenty of space for your organisation to flourish and your colleagues to grow. Think about the positive impact you can have on people's lives. Let's discover what technology can do for you "/>
          <p:cNvSpPr txBox="1">
            <a:spLocks noGrp="1"/>
          </p:cNvSpPr>
          <p:nvPr>
            <p:ph type="body" sz="quarter" idx="24"/>
          </p:nvPr>
        </p:nvSpPr>
        <p:spPr>
          <a:xfrm>
            <a:off x="9594099" y="6864816"/>
            <a:ext cx="6729973" cy="3736341"/>
          </a:xfrm>
          <a:prstGeom prst="rect">
            <a:avLst/>
          </a:prstGeom>
        </p:spPr>
        <p:txBody>
          <a:bodyPr>
            <a:spAutoFit/>
          </a:bodyPr>
          <a:lstStyle>
            <a:lvl1pPr>
              <a:lnSpc>
                <a:spcPct val="160000"/>
              </a:lnSpc>
              <a:defRPr sz="2000" b="0">
                <a:solidFill>
                  <a:srgbClr val="FFFFFF"/>
                </a:solidFill>
                <a:latin typeface="Open Sans"/>
                <a:ea typeface="Open Sans"/>
                <a:cs typeface="Open Sans"/>
                <a:sym typeface="Open Sans"/>
              </a:defRPr>
            </a:lvl1pPr>
          </a:lstStyle>
          <a:p>
            <a:r>
              <a:t>What if we use technology to create a better world? A world with plenty of space for your organisation to flourish and your colleagues to grow. Think about the positive impact you can have on people's lives. Let's discover what technology can do for you and your organisation. How it can help you achieve those goals to make a real impact.</a:t>
            </a:r>
          </a:p>
        </p:txBody>
      </p:sp>
      <p:sp>
        <p:nvSpPr>
          <p:cNvPr id="308" name="Vorm"/>
          <p:cNvSpPr/>
          <p:nvPr/>
        </p:nvSpPr>
        <p:spPr>
          <a:xfrm>
            <a:off x="19783091" y="2262479"/>
            <a:ext cx="9191255" cy="9191042"/>
          </a:xfrm>
          <a:custGeom>
            <a:avLst/>
            <a:gdLst/>
            <a:ahLst/>
            <a:cxnLst>
              <a:cxn ang="0">
                <a:pos x="wd2" y="hd2"/>
              </a:cxn>
              <a:cxn ang="5400000">
                <a:pos x="wd2" y="hd2"/>
              </a:cxn>
              <a:cxn ang="10800000">
                <a:pos x="wd2" y="hd2"/>
              </a:cxn>
              <a:cxn ang="16200000">
                <a:pos x="wd2" y="hd2"/>
              </a:cxn>
            </a:cxnLst>
            <a:rect l="0" t="0" r="r" b="b"/>
            <a:pathLst>
              <a:path w="19679" h="20595" extrusionOk="0">
                <a:moveTo>
                  <a:pt x="9839" y="0"/>
                </a:moveTo>
                <a:cubicBezTo>
                  <a:pt x="7321" y="0"/>
                  <a:pt x="4803" y="1005"/>
                  <a:pt x="2881" y="3016"/>
                </a:cubicBezTo>
                <a:cubicBezTo>
                  <a:pt x="-961" y="7037"/>
                  <a:pt x="-961" y="13557"/>
                  <a:pt x="2881" y="17579"/>
                </a:cubicBezTo>
                <a:cubicBezTo>
                  <a:pt x="6724" y="21600"/>
                  <a:pt x="12954" y="21600"/>
                  <a:pt x="16797" y="17579"/>
                </a:cubicBezTo>
                <a:cubicBezTo>
                  <a:pt x="20639" y="13557"/>
                  <a:pt x="20639" y="7037"/>
                  <a:pt x="16797" y="3016"/>
                </a:cubicBezTo>
                <a:cubicBezTo>
                  <a:pt x="14875" y="1005"/>
                  <a:pt x="12357" y="0"/>
                  <a:pt x="9839" y="0"/>
                </a:cubicBezTo>
                <a:close/>
                <a:moveTo>
                  <a:pt x="9839" y="4874"/>
                </a:moveTo>
                <a:cubicBezTo>
                  <a:pt x="11165" y="4874"/>
                  <a:pt x="12491" y="5404"/>
                  <a:pt x="13503" y="6462"/>
                </a:cubicBezTo>
                <a:cubicBezTo>
                  <a:pt x="15527" y="8580"/>
                  <a:pt x="15527" y="12014"/>
                  <a:pt x="13503" y="14132"/>
                </a:cubicBezTo>
                <a:cubicBezTo>
                  <a:pt x="11479" y="16250"/>
                  <a:pt x="8199" y="16250"/>
                  <a:pt x="6175" y="14132"/>
                </a:cubicBezTo>
                <a:cubicBezTo>
                  <a:pt x="4151" y="12014"/>
                  <a:pt x="4151" y="8580"/>
                  <a:pt x="6175" y="6462"/>
                </a:cubicBezTo>
                <a:cubicBezTo>
                  <a:pt x="7187" y="5404"/>
                  <a:pt x="8513" y="4874"/>
                  <a:pt x="9839" y="4874"/>
                </a:cubicBezTo>
                <a:close/>
              </a:path>
            </a:pathLst>
          </a:custGeom>
          <a:solidFill>
            <a:srgbClr val="FFFFFF"/>
          </a:solidFill>
          <a:ln w="12700">
            <a:miter lim="400000"/>
          </a:ln>
        </p:spPr>
        <p:txBody>
          <a:bodyPr lIns="50800" tIns="50800" rIns="50800" bIns="50800" anchor="ctr"/>
          <a:lstStyle/>
          <a:p>
            <a:pPr defTabSz="825500">
              <a:defRPr sz="3200" b="1">
                <a:solidFill>
                  <a:srgbClr val="FFFFFF"/>
                </a:solidFill>
              </a:defRPr>
            </a:pPr>
            <a:endParaRPr/>
          </a:p>
        </p:txBody>
      </p:sp>
      <p:sp>
        <p:nvSpPr>
          <p:cNvPr id="309"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x">
  <p:cSld name="Stappenplan">
    <p:bg>
      <p:bgPr>
        <a:solidFill>
          <a:srgbClr val="2D292D"/>
        </a:solidFill>
        <a:effectLst/>
      </p:bgPr>
    </p:bg>
    <p:spTree>
      <p:nvGrpSpPr>
        <p:cNvPr id="1" name=""/>
        <p:cNvGrpSpPr/>
        <p:nvPr/>
      </p:nvGrpSpPr>
      <p:grpSpPr>
        <a:xfrm>
          <a:off x="0" y="0"/>
          <a:ext cx="0" cy="0"/>
          <a:chOff x="0" y="0"/>
          <a:chExt cx="0" cy="0"/>
        </a:xfrm>
      </p:grpSpPr>
      <p:pic>
        <p:nvPicPr>
          <p:cNvPr id="316"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317" name="Afbeelding"/>
          <p:cNvSpPr>
            <a:spLocks noGrp="1"/>
          </p:cNvSpPr>
          <p:nvPr>
            <p:ph type="pic" idx="21"/>
          </p:nvPr>
        </p:nvSpPr>
        <p:spPr>
          <a:xfrm>
            <a:off x="2817518" y="-113359"/>
            <a:ext cx="24280413" cy="14121713"/>
          </a:xfrm>
          <a:prstGeom prst="rect">
            <a:avLst/>
          </a:prstGeom>
        </p:spPr>
        <p:txBody>
          <a:bodyPr lIns="91439" tIns="45719" rIns="91439" bIns="45719">
            <a:noAutofit/>
          </a:bodyPr>
          <a:lstStyle/>
          <a:p>
            <a:endParaRPr/>
          </a:p>
        </p:txBody>
      </p:sp>
      <p:sp>
        <p:nvSpPr>
          <p:cNvPr id="318" name="Rechthoek"/>
          <p:cNvSpPr/>
          <p:nvPr/>
        </p:nvSpPr>
        <p:spPr>
          <a:xfrm>
            <a:off x="11831485" y="-203448"/>
            <a:ext cx="6729972" cy="14122897"/>
          </a:xfrm>
          <a:prstGeom prst="rect">
            <a:avLst/>
          </a:prstGeom>
          <a:gradFill>
            <a:gsLst>
              <a:gs pos="0">
                <a:srgbClr val="131312"/>
              </a:gs>
              <a:gs pos="100000">
                <a:srgbClr val="000000">
                  <a:alpha val="0"/>
                </a:srgbClr>
              </a:gs>
            </a:gsLst>
          </a:gradFill>
          <a:ln w="12700">
            <a:miter lim="400000"/>
          </a:ln>
        </p:spPr>
        <p:txBody>
          <a:bodyPr lIns="50800" tIns="50800" rIns="50800" bIns="50800" anchor="ctr"/>
          <a:lstStyle/>
          <a:p>
            <a:pPr defTabSz="825500">
              <a:defRPr sz="3200">
                <a:solidFill>
                  <a:srgbClr val="000000">
                    <a:alpha val="38374"/>
                  </a:srgbClr>
                </a:solidFill>
                <a:latin typeface="Helvetica Neue Medium"/>
                <a:ea typeface="Helvetica Neue Medium"/>
                <a:cs typeface="Helvetica Neue Medium"/>
                <a:sym typeface="Helvetica Neue Medium"/>
              </a:defRPr>
            </a:pPr>
            <a:endParaRPr/>
          </a:p>
        </p:txBody>
      </p:sp>
      <p:pic>
        <p:nvPicPr>
          <p:cNvPr id="319"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pic>
        <p:nvPicPr>
          <p:cNvPr id="320"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321" name="Rechthoek"/>
          <p:cNvSpPr/>
          <p:nvPr/>
        </p:nvSpPr>
        <p:spPr>
          <a:xfrm>
            <a:off x="9777866" y="1842377"/>
            <a:ext cx="8562695" cy="10031246"/>
          </a:xfrm>
          <a:prstGeom prst="rect">
            <a:avLst/>
          </a:prstGeom>
          <a:solidFill>
            <a:srgbClr val="2D292C"/>
          </a:solidFill>
          <a:ln w="12700">
            <a:miter lim="400000"/>
          </a:ln>
        </p:spPr>
        <p:txBody>
          <a:bodyPr lIns="50800" tIns="50800" rIns="50800" bIns="50800" anchor="ctr"/>
          <a:lstStyle/>
          <a:p>
            <a:pPr defTabSz="825500">
              <a:defRPr sz="3200">
                <a:solidFill>
                  <a:srgbClr val="2D292C"/>
                </a:solidFill>
                <a:latin typeface="Helvetica Neue Medium"/>
                <a:ea typeface="Helvetica Neue Medium"/>
                <a:cs typeface="Helvetica Neue Medium"/>
                <a:sym typeface="Helvetica Neue Medium"/>
              </a:defRPr>
            </a:pPr>
            <a:endParaRPr/>
          </a:p>
        </p:txBody>
      </p:sp>
      <p:sp>
        <p:nvSpPr>
          <p:cNvPr id="322" name="Thema 1"/>
          <p:cNvSpPr txBox="1">
            <a:spLocks noGrp="1"/>
          </p:cNvSpPr>
          <p:nvPr>
            <p:ph type="body" sz="quarter" idx="22"/>
          </p:nvPr>
        </p:nvSpPr>
        <p:spPr>
          <a:xfrm>
            <a:off x="2205419" y="1633351"/>
            <a:ext cx="1891260" cy="698501"/>
          </a:xfrm>
          <a:prstGeom prst="rect">
            <a:avLst/>
          </a:prstGeom>
        </p:spPr>
        <p:txBody>
          <a:bodyPr wrap="none">
            <a:spAutoFit/>
          </a:bodyPr>
          <a:lstStyle/>
          <a:p>
            <a:pPr lvl="1" indent="0" defTabSz="2438338">
              <a:lnSpc>
                <a:spcPct val="80000"/>
              </a:lnSpc>
              <a:defRPr sz="3500" spc="-174">
                <a:solidFill>
                  <a:srgbClr val="C29E3C"/>
                </a:solidFill>
                <a:latin typeface="OpenSans-Extrabold"/>
                <a:ea typeface="OpenSans-Extrabold"/>
                <a:cs typeface="OpenSans-Extrabold"/>
                <a:sym typeface="OpenSans-Extrabold"/>
              </a:defRPr>
            </a:pPr>
            <a:r>
              <a:t>Thema 1</a:t>
            </a:r>
          </a:p>
        </p:txBody>
      </p:sp>
      <p:sp>
        <p:nvSpPr>
          <p:cNvPr id="323" name="Mensen"/>
          <p:cNvSpPr txBox="1">
            <a:spLocks noGrp="1"/>
          </p:cNvSpPr>
          <p:nvPr>
            <p:ph type="body" sz="quarter" idx="23"/>
          </p:nvPr>
        </p:nvSpPr>
        <p:spPr>
          <a:xfrm>
            <a:off x="2212311" y="2544943"/>
            <a:ext cx="11813748" cy="1054101"/>
          </a:xfrm>
          <a:prstGeom prst="rect">
            <a:avLst/>
          </a:prstGeom>
        </p:spPr>
        <p:txBody>
          <a:bodyPr>
            <a:spAutoFit/>
          </a:bodyPr>
          <a:lstStyle/>
          <a:p>
            <a:pPr lvl="1" indent="0" defTabSz="2438338">
              <a:lnSpc>
                <a:spcPct val="70000"/>
              </a:lnSpc>
              <a:defRPr spc="-274">
                <a:solidFill>
                  <a:srgbClr val="FFFFFF"/>
                </a:solidFill>
                <a:latin typeface="OpenSans-Extrabold"/>
                <a:ea typeface="OpenSans-Extrabold"/>
                <a:cs typeface="OpenSans-Extrabold"/>
                <a:sym typeface="OpenSans-Extrabold"/>
              </a:defRPr>
            </a:pPr>
            <a:r>
              <a:t>Mensen</a:t>
            </a:r>
          </a:p>
        </p:txBody>
      </p:sp>
      <p:sp>
        <p:nvSpPr>
          <p:cNvPr id="324" name="Scope Digitale transformatie vereist aandacht voor het vastleggen en beheren van data. Aandacht van mensen de die kennis en ervaring hebben met datamanagement in een complexe omgeving. Zonder de juiste mensen op deze plek zullen enkel systemen en process"/>
          <p:cNvSpPr txBox="1">
            <a:spLocks noGrp="1"/>
          </p:cNvSpPr>
          <p:nvPr>
            <p:ph type="body" sz="half" idx="24"/>
          </p:nvPr>
        </p:nvSpPr>
        <p:spPr>
          <a:xfrm>
            <a:off x="2196065" y="4041521"/>
            <a:ext cx="15447806" cy="7358277"/>
          </a:xfrm>
          <a:prstGeom prst="rect">
            <a:avLst/>
          </a:prstGeom>
        </p:spPr>
        <p:txBody>
          <a:bodyPr numCol="2" spcCol="695254">
            <a:noAutofit/>
          </a:bodyPr>
          <a:lstStyle/>
          <a:p>
            <a:pPr>
              <a:lnSpc>
                <a:spcPct val="140000"/>
              </a:lnSpc>
              <a:defRPr sz="2000" b="0">
                <a:solidFill>
                  <a:srgbClr val="FFFFFF"/>
                </a:solidFill>
                <a:latin typeface="Open Sans"/>
                <a:ea typeface="Open Sans"/>
                <a:cs typeface="Open Sans"/>
                <a:sym typeface="Open Sans"/>
              </a:defRPr>
            </a:pPr>
            <a:r>
              <a:rPr b="1"/>
              <a:t>Scope</a:t>
            </a:r>
            <a:br/>
            <a:r>
              <a:t>Digitale transformatie vereist aandacht voor het vastleggen en beheren van data. Aandacht van mensen de die kennis en ervaring hebben met datamanagement in een complexe omgeving. Zonder de juiste mensen op deze plek zullen enkel systemen en processen onvoldoende zijn om de kwaliteit en de betrouwbaarheid van de data van PGZ naar een hoger niveau te brengen.</a:t>
            </a:r>
          </a:p>
          <a:p>
            <a:pPr defTabSz="457200">
              <a:lnSpc>
                <a:spcPct val="140000"/>
              </a:lnSpc>
              <a:defRPr sz="2000" b="0">
                <a:latin typeface="Open Sans"/>
                <a:ea typeface="Open Sans"/>
                <a:cs typeface="Open Sans"/>
                <a:sym typeface="Open Sans"/>
              </a:defRPr>
            </a:pPr>
            <a:r>
              <a:t> </a:t>
            </a:r>
          </a:p>
          <a:p>
            <a:pPr>
              <a:lnSpc>
                <a:spcPct val="140000"/>
              </a:lnSpc>
              <a:defRPr sz="2000">
                <a:solidFill>
                  <a:srgbClr val="FFFFFF"/>
                </a:solidFill>
                <a:latin typeface="Open Sans"/>
                <a:ea typeface="Open Sans"/>
                <a:cs typeface="Open Sans"/>
                <a:sym typeface="Open Sans"/>
              </a:defRPr>
            </a:pPr>
            <a:r>
              <a:t>Hoe is het nu?</a:t>
            </a:r>
          </a:p>
          <a:p>
            <a:pPr marL="381000" indent="-381000">
              <a:lnSpc>
                <a:spcPct val="140000"/>
              </a:lnSpc>
              <a:buSzPct val="50000"/>
              <a:buBlip>
                <a:blip r:embed="rId3"/>
              </a:buBlip>
              <a:defRPr sz="2000" b="0">
                <a:solidFill>
                  <a:srgbClr val="FFFFFF"/>
                </a:solidFill>
                <a:latin typeface="Open Sans"/>
                <a:ea typeface="Open Sans"/>
                <a:cs typeface="Open Sans"/>
                <a:sym typeface="Open Sans"/>
              </a:defRPr>
            </a:pPr>
            <a:r>
              <a:t>De afdeling datamanagement bij PGZ is opgeheven, nadat bleek dat de mensen op deze afdeling niet in staat waren om grip te krijgen op de datastromen waar PGZ mee te maken heeft. </a:t>
            </a:r>
          </a:p>
          <a:p>
            <a:pPr marL="381000" indent="-381000">
              <a:lnSpc>
                <a:spcPct val="140000"/>
              </a:lnSpc>
              <a:buSzPct val="50000"/>
              <a:buBlip>
                <a:blip r:embed="rId3"/>
              </a:buBlip>
              <a:defRPr sz="2000" b="0">
                <a:solidFill>
                  <a:srgbClr val="FFFFFF"/>
                </a:solidFill>
                <a:latin typeface="Open Sans"/>
                <a:ea typeface="Open Sans"/>
                <a:cs typeface="Open Sans"/>
                <a:sym typeface="Open Sans"/>
              </a:defRPr>
            </a:pPr>
            <a:r>
              <a:t>Het vertrek van datamanagement heeft voor onrust gezorgd binnen de organisatie. </a:t>
            </a:r>
          </a:p>
          <a:p>
            <a:pPr marL="381000" indent="-381000">
              <a:lnSpc>
                <a:spcPct val="140000"/>
              </a:lnSpc>
              <a:buSzPct val="50000"/>
              <a:buBlip>
                <a:blip r:embed="rId3"/>
              </a:buBlip>
              <a:defRPr sz="2000" b="0">
                <a:solidFill>
                  <a:srgbClr val="FFFFFF"/>
                </a:solidFill>
                <a:latin typeface="Open Sans"/>
                <a:ea typeface="Open Sans"/>
                <a:cs typeface="Open Sans"/>
                <a:sym typeface="Open Sans"/>
              </a:defRPr>
            </a:pPr>
            <a:r>
              <a:t>Er is nu geen taakverdeling met betrekking tot datamanagement en er ontbreekt veel kennis.</a:t>
            </a:r>
          </a:p>
          <a:p>
            <a:pPr marL="381000" indent="-381000">
              <a:lnSpc>
                <a:spcPct val="140000"/>
              </a:lnSpc>
              <a:buSzPct val="50000"/>
              <a:buBlip>
                <a:blip r:embed="rId3"/>
              </a:buBlip>
              <a:defRPr sz="2000" b="0">
                <a:solidFill>
                  <a:srgbClr val="FFFFFF"/>
                </a:solidFill>
                <a:latin typeface="Open Sans"/>
                <a:ea typeface="Open Sans"/>
                <a:cs typeface="Open Sans"/>
                <a:sym typeface="Open Sans"/>
              </a:defRPr>
            </a:pPr>
            <a:endParaRPr/>
          </a:p>
          <a:p>
            <a:pPr>
              <a:lnSpc>
                <a:spcPct val="140000"/>
              </a:lnSpc>
              <a:defRPr sz="2000">
                <a:solidFill>
                  <a:srgbClr val="FFFFFF"/>
                </a:solidFill>
                <a:latin typeface="Open Sans"/>
                <a:ea typeface="Open Sans"/>
                <a:cs typeface="Open Sans"/>
                <a:sym typeface="Open Sans"/>
              </a:defRPr>
            </a:pPr>
            <a:r>
              <a:t>Advies:</a:t>
            </a:r>
          </a:p>
          <a:p>
            <a:pPr>
              <a:lnSpc>
                <a:spcPct val="140000"/>
              </a:lnSpc>
              <a:defRPr sz="2000" b="0">
                <a:solidFill>
                  <a:srgbClr val="FFFFFF"/>
                </a:solidFill>
                <a:latin typeface="Open Sans"/>
                <a:ea typeface="Open Sans"/>
                <a:cs typeface="Open Sans"/>
                <a:sym typeface="Open Sans"/>
              </a:defRPr>
            </a:pPr>
            <a:r>
              <a:t>Innovadis adviseert PGZ om niet direct te starten met een volledige afdeling voor datamanagement, maar in eerste instantie met een enkele ervaren datamanager. Het is belangrijk dat deze nieuwe datamanager in dienst is op het moment dat keuzes gemaakt worden en eventueel nieuwe systemen worden geïmplementeerd. Dit zorgt voor draagvlak en kennisoverdracht.</a:t>
            </a:r>
          </a:p>
        </p:txBody>
      </p:sp>
      <p:sp>
        <p:nvSpPr>
          <p:cNvPr id="325"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x">
  <p:cSld name="Case links">
    <p:bg>
      <p:bgPr>
        <a:solidFill>
          <a:srgbClr val="2D292D"/>
        </a:solidFill>
        <a:effectLst/>
      </p:bgPr>
    </p:bg>
    <p:spTree>
      <p:nvGrpSpPr>
        <p:cNvPr id="1" name=""/>
        <p:cNvGrpSpPr/>
        <p:nvPr/>
      </p:nvGrpSpPr>
      <p:grpSpPr>
        <a:xfrm>
          <a:off x="0" y="0"/>
          <a:ext cx="0" cy="0"/>
          <a:chOff x="0" y="0"/>
          <a:chExt cx="0" cy="0"/>
        </a:xfrm>
      </p:grpSpPr>
      <p:pic>
        <p:nvPicPr>
          <p:cNvPr id="332"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333" name="Afbeelding"/>
          <p:cNvSpPr>
            <a:spLocks noGrp="1"/>
          </p:cNvSpPr>
          <p:nvPr>
            <p:ph type="pic" idx="21"/>
          </p:nvPr>
        </p:nvSpPr>
        <p:spPr>
          <a:xfrm>
            <a:off x="2817518" y="-113359"/>
            <a:ext cx="24280413" cy="14121713"/>
          </a:xfrm>
          <a:prstGeom prst="rect">
            <a:avLst/>
          </a:prstGeom>
        </p:spPr>
        <p:txBody>
          <a:bodyPr lIns="91439" tIns="45719" rIns="91439" bIns="45719">
            <a:noAutofit/>
          </a:bodyPr>
          <a:lstStyle/>
          <a:p>
            <a:endParaRPr/>
          </a:p>
        </p:txBody>
      </p:sp>
      <p:sp>
        <p:nvSpPr>
          <p:cNvPr id="334" name="Rechthoek"/>
          <p:cNvSpPr/>
          <p:nvPr/>
        </p:nvSpPr>
        <p:spPr>
          <a:xfrm>
            <a:off x="11831485" y="-203448"/>
            <a:ext cx="6729972" cy="14122897"/>
          </a:xfrm>
          <a:prstGeom prst="rect">
            <a:avLst/>
          </a:prstGeom>
          <a:gradFill>
            <a:gsLst>
              <a:gs pos="0">
                <a:srgbClr val="131312"/>
              </a:gs>
              <a:gs pos="100000">
                <a:srgbClr val="000000">
                  <a:alpha val="0"/>
                </a:srgbClr>
              </a:gs>
            </a:gsLst>
          </a:gradFill>
          <a:ln w="12700">
            <a:miter lim="400000"/>
          </a:ln>
        </p:spPr>
        <p:txBody>
          <a:bodyPr lIns="50800" tIns="50800" rIns="50800" bIns="50800" anchor="ctr"/>
          <a:lstStyle/>
          <a:p>
            <a:pPr defTabSz="825500">
              <a:defRPr sz="3200">
                <a:solidFill>
                  <a:srgbClr val="000000">
                    <a:alpha val="38374"/>
                  </a:srgbClr>
                </a:solidFill>
                <a:latin typeface="Helvetica Neue Medium"/>
                <a:ea typeface="Helvetica Neue Medium"/>
                <a:cs typeface="Helvetica Neue Medium"/>
                <a:sym typeface="Helvetica Neue Medium"/>
              </a:defRPr>
            </a:pPr>
            <a:endParaRPr/>
          </a:p>
        </p:txBody>
      </p:sp>
      <p:pic>
        <p:nvPicPr>
          <p:cNvPr id="335"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336" name="esschert design + innovadis"/>
          <p:cNvSpPr txBox="1">
            <a:spLocks noGrp="1"/>
          </p:cNvSpPr>
          <p:nvPr>
            <p:ph type="body" sz="quarter" idx="22"/>
          </p:nvPr>
        </p:nvSpPr>
        <p:spPr>
          <a:xfrm>
            <a:off x="2217042" y="3345562"/>
            <a:ext cx="5825779" cy="698501"/>
          </a:xfrm>
          <a:prstGeom prst="rect">
            <a:avLst/>
          </a:prstGeom>
        </p:spPr>
        <p:txBody>
          <a:bodyPr wrap="none">
            <a:spAutoFit/>
          </a:bodyPr>
          <a:lstStyle/>
          <a:p>
            <a:pPr lvl="1" indent="0" defTabSz="2438338">
              <a:lnSpc>
                <a:spcPct val="80000"/>
              </a:lnSpc>
              <a:defRPr sz="3500" spc="-174">
                <a:solidFill>
                  <a:srgbClr val="BEA153"/>
                </a:solidFill>
                <a:latin typeface="OpenSans-Extrabold"/>
                <a:ea typeface="OpenSans-Extrabold"/>
                <a:cs typeface="OpenSans-Extrabold"/>
                <a:sym typeface="OpenSans-Extrabold"/>
              </a:defRPr>
            </a:pPr>
            <a:r>
              <a:t>esschert design + innovadis</a:t>
            </a:r>
          </a:p>
        </p:txBody>
      </p:sp>
      <p:sp>
        <p:nvSpPr>
          <p:cNvPr id="337" name="Managing 12 brands,…"/>
          <p:cNvSpPr txBox="1">
            <a:spLocks noGrp="1"/>
          </p:cNvSpPr>
          <p:nvPr>
            <p:ph type="body" sz="quarter" idx="23"/>
          </p:nvPr>
        </p:nvSpPr>
        <p:spPr>
          <a:xfrm>
            <a:off x="2210156" y="4139612"/>
            <a:ext cx="11475032" cy="2578101"/>
          </a:xfrm>
          <a:prstGeom prst="rect">
            <a:avLst/>
          </a:prstGeom>
        </p:spPr>
        <p:txBody>
          <a:bodyPr>
            <a:spAutoFit/>
          </a:bodyPr>
          <a:lstStyle/>
          <a:p>
            <a:pPr lvl="1" indent="0" defTabSz="2438338">
              <a:lnSpc>
                <a:spcPct val="80000"/>
              </a:lnSpc>
              <a:defRPr spc="-274">
                <a:solidFill>
                  <a:srgbClr val="FFFFFF"/>
                </a:solidFill>
                <a:latin typeface="OpenSans-Extrabold"/>
                <a:ea typeface="OpenSans-Extrabold"/>
                <a:cs typeface="OpenSans-Extrabold"/>
                <a:sym typeface="OpenSans-Extrabold"/>
              </a:defRPr>
            </a:pPr>
            <a:r>
              <a:t>Managing 12 brands, </a:t>
            </a:r>
          </a:p>
          <a:p>
            <a:pPr lvl="1" indent="0" defTabSz="2438338">
              <a:lnSpc>
                <a:spcPct val="80000"/>
              </a:lnSpc>
              <a:defRPr spc="-274">
                <a:solidFill>
                  <a:srgbClr val="FFFFFF"/>
                </a:solidFill>
                <a:latin typeface="OpenSans-Extrabold"/>
                <a:ea typeface="OpenSans-Extrabold"/>
                <a:cs typeface="OpenSans-Extrabold"/>
                <a:sym typeface="OpenSans-Extrabold"/>
              </a:defRPr>
            </a:pPr>
            <a:r>
              <a:t>over 10,000 products in </a:t>
            </a:r>
          </a:p>
          <a:p>
            <a:pPr lvl="1" indent="0" defTabSz="2438338">
              <a:lnSpc>
                <a:spcPct val="80000"/>
              </a:lnSpc>
              <a:defRPr spc="-274">
                <a:solidFill>
                  <a:srgbClr val="FFFFFF"/>
                </a:solidFill>
                <a:latin typeface="OpenSans-Extrabold"/>
                <a:ea typeface="OpenSans-Extrabold"/>
                <a:cs typeface="OpenSans-Extrabold"/>
                <a:sym typeface="OpenSans-Extrabold"/>
              </a:defRPr>
            </a:pPr>
            <a:r>
              <a:t>2 continents with ease.</a:t>
            </a:r>
          </a:p>
        </p:txBody>
      </p:sp>
      <p:pic>
        <p:nvPicPr>
          <p:cNvPr id="338"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339" name="Rechthoek"/>
          <p:cNvSpPr/>
          <p:nvPr/>
        </p:nvSpPr>
        <p:spPr>
          <a:xfrm>
            <a:off x="9777866" y="1842377"/>
            <a:ext cx="7615013" cy="10031246"/>
          </a:xfrm>
          <a:prstGeom prst="rect">
            <a:avLst/>
          </a:prstGeom>
          <a:solidFill>
            <a:srgbClr val="2D292C"/>
          </a:solidFill>
          <a:ln w="12700">
            <a:miter lim="400000"/>
          </a:ln>
        </p:spPr>
        <p:txBody>
          <a:bodyPr lIns="50800" tIns="50800" rIns="50800" bIns="50800" anchor="ctr"/>
          <a:lstStyle/>
          <a:p>
            <a:pPr defTabSz="825500">
              <a:defRPr sz="3200">
                <a:solidFill>
                  <a:srgbClr val="2D292C"/>
                </a:solidFill>
                <a:latin typeface="Helvetica Neue Medium"/>
                <a:ea typeface="Helvetica Neue Medium"/>
                <a:cs typeface="Helvetica Neue Medium"/>
                <a:sym typeface="Helvetica Neue Medium"/>
              </a:defRPr>
            </a:pPr>
            <a:endParaRPr/>
          </a:p>
        </p:txBody>
      </p:sp>
      <p:sp>
        <p:nvSpPr>
          <p:cNvPr id="340" name="Afbeelding"/>
          <p:cNvSpPr>
            <a:spLocks noGrp="1"/>
          </p:cNvSpPr>
          <p:nvPr>
            <p:ph type="pic" sz="quarter" idx="24"/>
          </p:nvPr>
        </p:nvSpPr>
        <p:spPr>
          <a:xfrm>
            <a:off x="2027149" y="1649227"/>
            <a:ext cx="1760730" cy="1469543"/>
          </a:xfrm>
          <a:prstGeom prst="rect">
            <a:avLst/>
          </a:prstGeom>
        </p:spPr>
        <p:txBody>
          <a:bodyPr lIns="91439" tIns="45719" rIns="91439" bIns="45719">
            <a:noAutofit/>
          </a:bodyPr>
          <a:lstStyle/>
          <a:p>
            <a:endParaRPr/>
          </a:p>
        </p:txBody>
      </p:sp>
      <p:sp>
        <p:nvSpPr>
          <p:cNvPr id="341" name="Afbeelding"/>
          <p:cNvSpPr>
            <a:spLocks noGrp="1"/>
          </p:cNvSpPr>
          <p:nvPr>
            <p:ph type="pic" sz="quarter" idx="25"/>
          </p:nvPr>
        </p:nvSpPr>
        <p:spPr>
          <a:xfrm>
            <a:off x="16156249" y="12119630"/>
            <a:ext cx="1580297" cy="677271"/>
          </a:xfrm>
          <a:prstGeom prst="rect">
            <a:avLst/>
          </a:prstGeom>
        </p:spPr>
        <p:txBody>
          <a:bodyPr lIns="91439" tIns="45719" rIns="91439" bIns="45719">
            <a:noAutofit/>
          </a:bodyPr>
          <a:lstStyle/>
          <a:p>
            <a:endParaRPr/>
          </a:p>
        </p:txBody>
      </p:sp>
      <p:sp>
        <p:nvSpPr>
          <p:cNvPr id="342" name="Afbeelding"/>
          <p:cNvSpPr>
            <a:spLocks noGrp="1"/>
          </p:cNvSpPr>
          <p:nvPr>
            <p:ph type="pic" sz="quarter" idx="26"/>
          </p:nvPr>
        </p:nvSpPr>
        <p:spPr>
          <a:xfrm>
            <a:off x="13602020" y="12217413"/>
            <a:ext cx="1507276" cy="430906"/>
          </a:xfrm>
          <a:prstGeom prst="rect">
            <a:avLst/>
          </a:prstGeom>
        </p:spPr>
        <p:txBody>
          <a:bodyPr lIns="91439" tIns="45719" rIns="91439" bIns="45719">
            <a:noAutofit/>
          </a:bodyPr>
          <a:lstStyle/>
          <a:p>
            <a:endParaRPr/>
          </a:p>
        </p:txBody>
      </p:sp>
      <p:sp>
        <p:nvSpPr>
          <p:cNvPr id="343" name="The challenge…"/>
          <p:cNvSpPr txBox="1">
            <a:spLocks noGrp="1"/>
          </p:cNvSpPr>
          <p:nvPr>
            <p:ph type="body" sz="quarter" idx="27"/>
          </p:nvPr>
        </p:nvSpPr>
        <p:spPr>
          <a:xfrm>
            <a:off x="2229773" y="6864816"/>
            <a:ext cx="6729972" cy="4284981"/>
          </a:xfrm>
          <a:prstGeom prst="rect">
            <a:avLst/>
          </a:prstGeom>
        </p:spPr>
        <p:txBody>
          <a:bodyPr>
            <a:spAutoFit/>
          </a:bodyPr>
          <a:lstStyle/>
          <a:p>
            <a:pPr>
              <a:lnSpc>
                <a:spcPct val="160000"/>
              </a:lnSpc>
              <a:defRPr sz="2000" b="0">
                <a:solidFill>
                  <a:srgbClr val="FFFFFF"/>
                </a:solidFill>
                <a:latin typeface="Open Sans"/>
                <a:ea typeface="Open Sans"/>
                <a:cs typeface="Open Sans"/>
                <a:sym typeface="Open Sans"/>
              </a:defRPr>
            </a:pPr>
            <a:r>
              <a:rPr b="1"/>
              <a:t>The challenge</a:t>
            </a:r>
          </a:p>
          <a:p>
            <a:pPr>
              <a:lnSpc>
                <a:spcPct val="160000"/>
              </a:lnSpc>
              <a:defRPr sz="2000" b="0">
                <a:solidFill>
                  <a:srgbClr val="FFFFFF"/>
                </a:solidFill>
                <a:latin typeface="Open Sans"/>
                <a:ea typeface="Open Sans"/>
                <a:cs typeface="Open Sans"/>
                <a:sym typeface="Open Sans"/>
              </a:defRPr>
            </a:pPr>
            <a:r>
              <a:t>Rapid expansion combined with the ever-growing demand for product content by retailers was the reason Esschert Design was struggling to keep all channels up to date. As information was scattered across the organization it was hard to maintain high data quality.</a:t>
            </a:r>
          </a:p>
          <a:p>
            <a:pPr>
              <a:lnSpc>
                <a:spcPct val="160000"/>
              </a:lnSpc>
              <a:defRPr sz="2000" b="0">
                <a:solidFill>
                  <a:srgbClr val="FFFFFF"/>
                </a:solidFill>
                <a:latin typeface="Open Sans"/>
                <a:ea typeface="Open Sans"/>
                <a:cs typeface="Open Sans"/>
                <a:sym typeface="Open Sans"/>
              </a:defRPr>
            </a:pPr>
            <a:r>
              <a:t>Many major retailers prefer getting product content from the GS1 datapool, but due to the high standards </a:t>
            </a:r>
          </a:p>
        </p:txBody>
      </p:sp>
      <p:sp>
        <p:nvSpPr>
          <p:cNvPr id="344" name="for product data quality Esschert Design was not ready to publish to GS1. Esschert Design decided that to be ready for the future, their entire landscape needed to be reviewed. With a best-of-breed strategy this would mean that integrations would be an e"/>
          <p:cNvSpPr txBox="1">
            <a:spLocks noGrp="1"/>
          </p:cNvSpPr>
          <p:nvPr>
            <p:ph type="body" sz="quarter" idx="28"/>
          </p:nvPr>
        </p:nvSpPr>
        <p:spPr>
          <a:xfrm>
            <a:off x="9594099" y="6864816"/>
            <a:ext cx="6729973" cy="3736341"/>
          </a:xfrm>
          <a:prstGeom prst="rect">
            <a:avLst/>
          </a:prstGeom>
        </p:spPr>
        <p:txBody>
          <a:bodyPr>
            <a:spAutoFit/>
          </a:bodyPr>
          <a:lstStyle/>
          <a:p>
            <a:pPr>
              <a:lnSpc>
                <a:spcPct val="160000"/>
              </a:lnSpc>
              <a:defRPr sz="2000" b="0">
                <a:solidFill>
                  <a:srgbClr val="FFFFFF"/>
                </a:solidFill>
                <a:latin typeface="Open Sans"/>
                <a:ea typeface="Open Sans"/>
                <a:cs typeface="Open Sans"/>
                <a:sym typeface="Open Sans"/>
              </a:defRPr>
            </a:pPr>
            <a:endParaRPr/>
          </a:p>
          <a:p>
            <a:pPr>
              <a:lnSpc>
                <a:spcPct val="160000"/>
              </a:lnSpc>
              <a:defRPr sz="2000" b="0">
                <a:solidFill>
                  <a:srgbClr val="FFFFFF"/>
                </a:solidFill>
                <a:latin typeface="Open Sans"/>
                <a:ea typeface="Open Sans"/>
                <a:cs typeface="Open Sans"/>
                <a:sym typeface="Open Sans"/>
              </a:defRPr>
            </a:pPr>
            <a:r>
              <a:t>for product data quality Esschert Design was not ready to publish to GS1. Esschert Design decided that to be ready for the future, their entire landscape needed to be reviewed. With a best-of-breed strategy this would mean that integrations would be an essential part of the new landscape.</a:t>
            </a:r>
          </a:p>
        </p:txBody>
      </p:sp>
      <p:sp>
        <p:nvSpPr>
          <p:cNvPr id="345"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x">
  <p:cSld name="Case rechts">
    <p:bg>
      <p:bgPr>
        <a:solidFill>
          <a:srgbClr val="2D292D"/>
        </a:solidFill>
        <a:effectLst/>
      </p:bgPr>
    </p:bg>
    <p:spTree>
      <p:nvGrpSpPr>
        <p:cNvPr id="1" name=""/>
        <p:cNvGrpSpPr/>
        <p:nvPr/>
      </p:nvGrpSpPr>
      <p:grpSpPr>
        <a:xfrm>
          <a:off x="0" y="0"/>
          <a:ext cx="0" cy="0"/>
          <a:chOff x="0" y="0"/>
          <a:chExt cx="0" cy="0"/>
        </a:xfrm>
      </p:grpSpPr>
      <p:sp>
        <p:nvSpPr>
          <p:cNvPr id="352" name="Afbeelding"/>
          <p:cNvSpPr>
            <a:spLocks noGrp="1"/>
          </p:cNvSpPr>
          <p:nvPr>
            <p:ph type="pic" idx="21"/>
          </p:nvPr>
        </p:nvSpPr>
        <p:spPr>
          <a:xfrm flipH="1">
            <a:off x="-2682416" y="-113359"/>
            <a:ext cx="24280414" cy="14121713"/>
          </a:xfrm>
          <a:prstGeom prst="rect">
            <a:avLst/>
          </a:prstGeom>
        </p:spPr>
        <p:txBody>
          <a:bodyPr lIns="91439" tIns="45719" rIns="91439" bIns="45719">
            <a:noAutofit/>
          </a:bodyPr>
          <a:lstStyle/>
          <a:p>
            <a:endParaRPr/>
          </a:p>
        </p:txBody>
      </p:sp>
      <p:sp>
        <p:nvSpPr>
          <p:cNvPr id="353" name="Rechthoek"/>
          <p:cNvSpPr/>
          <p:nvPr/>
        </p:nvSpPr>
        <p:spPr>
          <a:xfrm flipH="1">
            <a:off x="5837795" y="-203448"/>
            <a:ext cx="6729973" cy="14122897"/>
          </a:xfrm>
          <a:prstGeom prst="rect">
            <a:avLst/>
          </a:prstGeom>
          <a:gradFill>
            <a:gsLst>
              <a:gs pos="0">
                <a:srgbClr val="131312"/>
              </a:gs>
              <a:gs pos="100000">
                <a:srgbClr val="000000">
                  <a:alpha val="0"/>
                </a:srgbClr>
              </a:gs>
            </a:gsLst>
          </a:gradFill>
          <a:ln w="12700">
            <a:miter lim="400000"/>
          </a:ln>
        </p:spPr>
        <p:txBody>
          <a:bodyPr lIns="50800" tIns="50800" rIns="50800" bIns="50800" anchor="ctr"/>
          <a:lstStyle/>
          <a:p>
            <a:pPr defTabSz="825500">
              <a:defRPr sz="3200">
                <a:solidFill>
                  <a:srgbClr val="000000">
                    <a:alpha val="38374"/>
                  </a:srgbClr>
                </a:solidFill>
                <a:latin typeface="Helvetica Neue Medium"/>
                <a:ea typeface="Helvetica Neue Medium"/>
                <a:cs typeface="Helvetica Neue Medium"/>
                <a:sym typeface="Helvetica Neue Medium"/>
              </a:defRPr>
            </a:pPr>
            <a:endParaRPr/>
          </a:p>
        </p:txBody>
      </p:sp>
      <p:sp>
        <p:nvSpPr>
          <p:cNvPr id="354" name="Rechthoek"/>
          <p:cNvSpPr/>
          <p:nvPr/>
        </p:nvSpPr>
        <p:spPr>
          <a:xfrm>
            <a:off x="5379099" y="1845157"/>
            <a:ext cx="12013780" cy="10025686"/>
          </a:xfrm>
          <a:prstGeom prst="rect">
            <a:avLst/>
          </a:prstGeom>
          <a:solidFill>
            <a:srgbClr val="2D292C"/>
          </a:solidFill>
          <a:ln w="12700">
            <a:miter lim="400000"/>
          </a:ln>
        </p:spPr>
        <p:txBody>
          <a:bodyPr lIns="50800" tIns="50800" rIns="50800" bIns="50800" anchor="ctr"/>
          <a:lstStyle/>
          <a:p>
            <a:pPr defTabSz="825500">
              <a:defRPr sz="3200">
                <a:solidFill>
                  <a:srgbClr val="2D292C"/>
                </a:solidFill>
                <a:latin typeface="Helvetica Neue Medium"/>
                <a:ea typeface="Helvetica Neue Medium"/>
                <a:cs typeface="Helvetica Neue Medium"/>
                <a:sym typeface="Helvetica Neue Medium"/>
              </a:defRPr>
            </a:pPr>
            <a:endParaRPr/>
          </a:p>
        </p:txBody>
      </p:sp>
      <p:pic>
        <p:nvPicPr>
          <p:cNvPr id="355"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pic>
        <p:nvPicPr>
          <p:cNvPr id="356"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pic>
        <p:nvPicPr>
          <p:cNvPr id="357"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358" name="esschert design + innovadis"/>
          <p:cNvSpPr txBox="1">
            <a:spLocks noGrp="1"/>
          </p:cNvSpPr>
          <p:nvPr>
            <p:ph type="body" sz="quarter" idx="22"/>
          </p:nvPr>
        </p:nvSpPr>
        <p:spPr>
          <a:xfrm>
            <a:off x="6528989" y="2999315"/>
            <a:ext cx="5825778" cy="698501"/>
          </a:xfrm>
          <a:prstGeom prst="rect">
            <a:avLst/>
          </a:prstGeom>
        </p:spPr>
        <p:txBody>
          <a:bodyPr wrap="none">
            <a:spAutoFit/>
          </a:bodyPr>
          <a:lstStyle/>
          <a:p>
            <a:pPr lvl="1" indent="0" defTabSz="2438338">
              <a:lnSpc>
                <a:spcPct val="80000"/>
              </a:lnSpc>
              <a:defRPr sz="3500" spc="-174">
                <a:solidFill>
                  <a:srgbClr val="BEA153"/>
                </a:solidFill>
                <a:latin typeface="OpenSans-Extrabold"/>
                <a:ea typeface="OpenSans-Extrabold"/>
                <a:cs typeface="OpenSans-Extrabold"/>
                <a:sym typeface="OpenSans-Extrabold"/>
              </a:defRPr>
            </a:pPr>
            <a:r>
              <a:t>esschert design + innovadis</a:t>
            </a:r>
          </a:p>
        </p:txBody>
      </p:sp>
      <p:sp>
        <p:nvSpPr>
          <p:cNvPr id="359" name="Managing 12 brands,…"/>
          <p:cNvSpPr txBox="1">
            <a:spLocks noGrp="1"/>
          </p:cNvSpPr>
          <p:nvPr>
            <p:ph type="body" sz="quarter" idx="23"/>
          </p:nvPr>
        </p:nvSpPr>
        <p:spPr>
          <a:xfrm>
            <a:off x="6522103" y="3793364"/>
            <a:ext cx="11475032" cy="2578101"/>
          </a:xfrm>
          <a:prstGeom prst="rect">
            <a:avLst/>
          </a:prstGeom>
        </p:spPr>
        <p:txBody>
          <a:bodyPr>
            <a:spAutoFit/>
          </a:bodyPr>
          <a:lstStyle/>
          <a:p>
            <a:pPr lvl="1" indent="0" defTabSz="2438338">
              <a:lnSpc>
                <a:spcPct val="80000"/>
              </a:lnSpc>
              <a:defRPr spc="-274">
                <a:solidFill>
                  <a:srgbClr val="FFFFFF"/>
                </a:solidFill>
                <a:latin typeface="OpenSans-Extrabold"/>
                <a:ea typeface="OpenSans-Extrabold"/>
                <a:cs typeface="OpenSans-Extrabold"/>
                <a:sym typeface="OpenSans-Extrabold"/>
              </a:defRPr>
            </a:pPr>
            <a:r>
              <a:t>Managing 12 brands, </a:t>
            </a:r>
          </a:p>
          <a:p>
            <a:pPr lvl="1" indent="0" defTabSz="2438338">
              <a:lnSpc>
                <a:spcPct val="80000"/>
              </a:lnSpc>
              <a:defRPr spc="-274">
                <a:solidFill>
                  <a:srgbClr val="FFFFFF"/>
                </a:solidFill>
                <a:latin typeface="OpenSans-Extrabold"/>
                <a:ea typeface="OpenSans-Extrabold"/>
                <a:cs typeface="OpenSans-Extrabold"/>
                <a:sym typeface="OpenSans-Extrabold"/>
              </a:defRPr>
            </a:pPr>
            <a:r>
              <a:t>over 10,000 products in </a:t>
            </a:r>
          </a:p>
          <a:p>
            <a:pPr lvl="1" indent="0" defTabSz="2438338">
              <a:lnSpc>
                <a:spcPct val="80000"/>
              </a:lnSpc>
              <a:defRPr spc="-274">
                <a:solidFill>
                  <a:srgbClr val="FFFFFF"/>
                </a:solidFill>
                <a:latin typeface="OpenSans-Extrabold"/>
                <a:ea typeface="OpenSans-Extrabold"/>
                <a:cs typeface="OpenSans-Extrabold"/>
                <a:sym typeface="OpenSans-Extrabold"/>
              </a:defRPr>
            </a:pPr>
            <a:r>
              <a:t>2 continents with ease.</a:t>
            </a:r>
          </a:p>
        </p:txBody>
      </p:sp>
      <p:sp>
        <p:nvSpPr>
          <p:cNvPr id="360" name="The challenge…"/>
          <p:cNvSpPr txBox="1">
            <a:spLocks noGrp="1"/>
          </p:cNvSpPr>
          <p:nvPr>
            <p:ph type="body" sz="quarter" idx="24"/>
          </p:nvPr>
        </p:nvSpPr>
        <p:spPr>
          <a:xfrm>
            <a:off x="6541719" y="6518568"/>
            <a:ext cx="6729972" cy="4284981"/>
          </a:xfrm>
          <a:prstGeom prst="rect">
            <a:avLst/>
          </a:prstGeom>
        </p:spPr>
        <p:txBody>
          <a:bodyPr>
            <a:spAutoFit/>
          </a:bodyPr>
          <a:lstStyle/>
          <a:p>
            <a:pPr>
              <a:lnSpc>
                <a:spcPct val="160000"/>
              </a:lnSpc>
              <a:defRPr sz="2000" b="0">
                <a:solidFill>
                  <a:srgbClr val="FFFFFF"/>
                </a:solidFill>
                <a:latin typeface="Open Sans"/>
                <a:ea typeface="Open Sans"/>
                <a:cs typeface="Open Sans"/>
                <a:sym typeface="Open Sans"/>
              </a:defRPr>
            </a:pPr>
            <a:r>
              <a:rPr b="1"/>
              <a:t>The challenge</a:t>
            </a:r>
          </a:p>
          <a:p>
            <a:pPr>
              <a:lnSpc>
                <a:spcPct val="160000"/>
              </a:lnSpc>
              <a:defRPr sz="2000" b="0">
                <a:solidFill>
                  <a:srgbClr val="FFFFFF"/>
                </a:solidFill>
                <a:latin typeface="Open Sans"/>
                <a:ea typeface="Open Sans"/>
                <a:cs typeface="Open Sans"/>
                <a:sym typeface="Open Sans"/>
              </a:defRPr>
            </a:pPr>
            <a:r>
              <a:t>Rapid expansion combined with the ever-growing demand for product content by retailers was the reason Esschert Design was struggling to keep all channels up to date. As information was scattered across the organization it was hard to maintain high data quality.</a:t>
            </a:r>
          </a:p>
          <a:p>
            <a:pPr>
              <a:lnSpc>
                <a:spcPct val="160000"/>
              </a:lnSpc>
              <a:defRPr sz="2000" b="0">
                <a:solidFill>
                  <a:srgbClr val="FFFFFF"/>
                </a:solidFill>
                <a:latin typeface="Open Sans"/>
                <a:ea typeface="Open Sans"/>
                <a:cs typeface="Open Sans"/>
                <a:sym typeface="Open Sans"/>
              </a:defRPr>
            </a:pPr>
            <a:r>
              <a:t>Many major retailers prefer getting product content from the GS1 datapool, but due to the high standards </a:t>
            </a:r>
          </a:p>
        </p:txBody>
      </p:sp>
      <p:sp>
        <p:nvSpPr>
          <p:cNvPr id="361" name="Important steps towards positive impact…"/>
          <p:cNvSpPr txBox="1">
            <a:spLocks noGrp="1"/>
          </p:cNvSpPr>
          <p:nvPr>
            <p:ph type="body" sz="quarter" idx="25"/>
          </p:nvPr>
        </p:nvSpPr>
        <p:spPr>
          <a:xfrm>
            <a:off x="13906045" y="6518568"/>
            <a:ext cx="6729973" cy="2090421"/>
          </a:xfrm>
          <a:prstGeom prst="rect">
            <a:avLst/>
          </a:prstGeom>
        </p:spPr>
        <p:txBody>
          <a:bodyPr>
            <a:spAutoFit/>
          </a:bodyPr>
          <a:lstStyle/>
          <a:p>
            <a:pPr>
              <a:lnSpc>
                <a:spcPct val="160000"/>
              </a:lnSpc>
              <a:defRPr sz="2000" b="0">
                <a:solidFill>
                  <a:srgbClr val="FFFFFF"/>
                </a:solidFill>
                <a:latin typeface="Open Sans"/>
                <a:ea typeface="Open Sans"/>
                <a:cs typeface="Open Sans"/>
                <a:sym typeface="Open Sans"/>
              </a:defRPr>
            </a:pPr>
            <a:r>
              <a:rPr b="1"/>
              <a:t>Important steps towards positive impact</a:t>
            </a:r>
          </a:p>
          <a:p>
            <a:pPr marL="381000" indent="-381000">
              <a:lnSpc>
                <a:spcPct val="160000"/>
              </a:lnSpc>
              <a:buSzPct val="50000"/>
              <a:buBlip>
                <a:blip r:embed="rId3"/>
              </a:buBlip>
              <a:defRPr sz="2000" b="0">
                <a:solidFill>
                  <a:srgbClr val="FFFFFF"/>
                </a:solidFill>
                <a:latin typeface="Open Sans"/>
                <a:ea typeface="Open Sans"/>
                <a:cs typeface="Open Sans"/>
                <a:sym typeface="Open Sans"/>
              </a:defRPr>
            </a:pPr>
            <a:r>
              <a:t>Faster time to market </a:t>
            </a:r>
          </a:p>
          <a:p>
            <a:pPr marL="381000" indent="-381000">
              <a:lnSpc>
                <a:spcPct val="160000"/>
              </a:lnSpc>
              <a:buSzPct val="50000"/>
              <a:buBlip>
                <a:blip r:embed="rId3"/>
              </a:buBlip>
              <a:defRPr sz="2000" b="0">
                <a:solidFill>
                  <a:srgbClr val="FFFFFF"/>
                </a:solidFill>
                <a:latin typeface="Open Sans"/>
                <a:ea typeface="Open Sans"/>
                <a:cs typeface="Open Sans"/>
                <a:sym typeface="Open Sans"/>
              </a:defRPr>
            </a:pPr>
            <a:r>
              <a:t>Reduction of cost for data management</a:t>
            </a:r>
          </a:p>
          <a:p>
            <a:pPr marL="381000" indent="-381000">
              <a:lnSpc>
                <a:spcPct val="160000"/>
              </a:lnSpc>
              <a:buSzPct val="50000"/>
              <a:buBlip>
                <a:blip r:embed="rId3"/>
              </a:buBlip>
              <a:defRPr sz="2000" b="0">
                <a:solidFill>
                  <a:srgbClr val="FFFFFF"/>
                </a:solidFill>
                <a:latin typeface="Open Sans"/>
                <a:ea typeface="Open Sans"/>
                <a:cs typeface="Open Sans"/>
                <a:sym typeface="Open Sans"/>
              </a:defRPr>
            </a:pPr>
            <a:r>
              <a:t>Reliable product content</a:t>
            </a:r>
          </a:p>
        </p:txBody>
      </p:sp>
      <p:sp>
        <p:nvSpPr>
          <p:cNvPr id="362" name="Afbeelding"/>
          <p:cNvSpPr>
            <a:spLocks noGrp="1"/>
          </p:cNvSpPr>
          <p:nvPr>
            <p:ph type="pic" sz="quarter" idx="26"/>
          </p:nvPr>
        </p:nvSpPr>
        <p:spPr>
          <a:xfrm>
            <a:off x="2027149" y="1649227"/>
            <a:ext cx="1760730" cy="1469543"/>
          </a:xfrm>
          <a:prstGeom prst="rect">
            <a:avLst/>
          </a:prstGeom>
        </p:spPr>
        <p:txBody>
          <a:bodyPr lIns="91439" tIns="45719" rIns="91439" bIns="45719">
            <a:noAutofit/>
          </a:bodyPr>
          <a:lstStyle/>
          <a:p>
            <a:endParaRPr/>
          </a:p>
        </p:txBody>
      </p:sp>
      <p:sp>
        <p:nvSpPr>
          <p:cNvPr id="363"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x">
  <p:cSld name="Waarom Innovadis">
    <p:bg>
      <p:bgPr>
        <a:solidFill>
          <a:srgbClr val="2D292D"/>
        </a:solidFill>
        <a:effectLst/>
      </p:bgPr>
    </p:bg>
    <p:spTree>
      <p:nvGrpSpPr>
        <p:cNvPr id="1" name=""/>
        <p:cNvGrpSpPr/>
        <p:nvPr/>
      </p:nvGrpSpPr>
      <p:grpSpPr>
        <a:xfrm>
          <a:off x="0" y="0"/>
          <a:ext cx="0" cy="0"/>
          <a:chOff x="0" y="0"/>
          <a:chExt cx="0" cy="0"/>
        </a:xfrm>
      </p:grpSpPr>
      <p:sp>
        <p:nvSpPr>
          <p:cNvPr id="370" name="Afbeelding"/>
          <p:cNvSpPr>
            <a:spLocks noGrp="1"/>
          </p:cNvSpPr>
          <p:nvPr>
            <p:ph type="pic" idx="21"/>
          </p:nvPr>
        </p:nvSpPr>
        <p:spPr>
          <a:xfrm>
            <a:off x="-3617592" y="0"/>
            <a:ext cx="24348752" cy="13716000"/>
          </a:xfrm>
          <a:prstGeom prst="rect">
            <a:avLst/>
          </a:prstGeom>
        </p:spPr>
        <p:txBody>
          <a:bodyPr lIns="91439" tIns="45719" rIns="91439" bIns="45719">
            <a:noAutofit/>
          </a:bodyPr>
          <a:lstStyle/>
          <a:p>
            <a:endParaRPr/>
          </a:p>
        </p:txBody>
      </p:sp>
      <p:sp>
        <p:nvSpPr>
          <p:cNvPr id="371" name="Rechthoek"/>
          <p:cNvSpPr/>
          <p:nvPr/>
        </p:nvSpPr>
        <p:spPr>
          <a:xfrm>
            <a:off x="-59450" y="-203448"/>
            <a:ext cx="6729973" cy="14122897"/>
          </a:xfrm>
          <a:prstGeom prst="rect">
            <a:avLst/>
          </a:prstGeom>
          <a:gradFill>
            <a:gsLst>
              <a:gs pos="0">
                <a:srgbClr val="131312">
                  <a:alpha val="50000"/>
                </a:srgbClr>
              </a:gs>
              <a:gs pos="100000">
                <a:srgbClr val="000000">
                  <a:alpha val="0"/>
                </a:srgbClr>
              </a:gs>
            </a:gsLst>
          </a:gradFill>
          <a:ln w="12700">
            <a:miter lim="400000"/>
          </a:ln>
        </p:spPr>
        <p:txBody>
          <a:bodyPr lIns="50800" tIns="50800" rIns="50800" bIns="50800" anchor="ctr"/>
          <a:lstStyle/>
          <a:p>
            <a:pPr defTabSz="825500">
              <a:defRPr sz="3200">
                <a:solidFill>
                  <a:srgbClr val="000000">
                    <a:alpha val="38374"/>
                  </a:srgbClr>
                </a:solidFill>
                <a:latin typeface="Helvetica Neue Medium"/>
                <a:ea typeface="Helvetica Neue Medium"/>
                <a:cs typeface="Helvetica Neue Medium"/>
                <a:sym typeface="Helvetica Neue Medium"/>
              </a:defRPr>
            </a:pPr>
            <a:endParaRPr/>
          </a:p>
        </p:txBody>
      </p:sp>
      <p:sp>
        <p:nvSpPr>
          <p:cNvPr id="372" name="Rechthoek"/>
          <p:cNvSpPr/>
          <p:nvPr/>
        </p:nvSpPr>
        <p:spPr>
          <a:xfrm flipH="1">
            <a:off x="10649041" y="-203448"/>
            <a:ext cx="6729972" cy="14122897"/>
          </a:xfrm>
          <a:prstGeom prst="rect">
            <a:avLst/>
          </a:prstGeom>
          <a:gradFill>
            <a:gsLst>
              <a:gs pos="0">
                <a:srgbClr val="131312"/>
              </a:gs>
              <a:gs pos="100000">
                <a:srgbClr val="000000">
                  <a:alpha val="0"/>
                </a:srgbClr>
              </a:gs>
            </a:gsLst>
          </a:gradFill>
          <a:ln w="12700">
            <a:miter lim="400000"/>
          </a:ln>
        </p:spPr>
        <p:txBody>
          <a:bodyPr lIns="50800" tIns="50800" rIns="50800" bIns="50800" anchor="ctr"/>
          <a:lstStyle/>
          <a:p>
            <a:pPr defTabSz="825500">
              <a:defRPr sz="3200">
                <a:solidFill>
                  <a:srgbClr val="000000">
                    <a:alpha val="38374"/>
                  </a:srgbClr>
                </a:solidFill>
                <a:latin typeface="Helvetica Neue Medium"/>
                <a:ea typeface="Helvetica Neue Medium"/>
                <a:cs typeface="Helvetica Neue Medium"/>
                <a:sym typeface="Helvetica Neue Medium"/>
              </a:defRPr>
            </a:pPr>
            <a:endParaRPr/>
          </a:p>
        </p:txBody>
      </p:sp>
      <p:sp>
        <p:nvSpPr>
          <p:cNvPr id="373" name="Rechthoek"/>
          <p:cNvSpPr/>
          <p:nvPr/>
        </p:nvSpPr>
        <p:spPr>
          <a:xfrm>
            <a:off x="5379099" y="1845157"/>
            <a:ext cx="12013780" cy="10025686"/>
          </a:xfrm>
          <a:prstGeom prst="rect">
            <a:avLst/>
          </a:prstGeom>
          <a:solidFill>
            <a:srgbClr val="2D292C"/>
          </a:solidFill>
          <a:ln w="12700">
            <a:miter lim="400000"/>
          </a:ln>
        </p:spPr>
        <p:txBody>
          <a:bodyPr lIns="50800" tIns="50800" rIns="50800" bIns="50800" anchor="ctr"/>
          <a:lstStyle/>
          <a:p>
            <a:pPr defTabSz="825500">
              <a:defRPr sz="3200">
                <a:solidFill>
                  <a:srgbClr val="2D292C"/>
                </a:solidFill>
                <a:latin typeface="Helvetica Neue Medium"/>
                <a:ea typeface="Helvetica Neue Medium"/>
                <a:cs typeface="Helvetica Neue Medium"/>
                <a:sym typeface="Helvetica Neue Medium"/>
              </a:defRPr>
            </a:pPr>
            <a:endParaRPr/>
          </a:p>
        </p:txBody>
      </p:sp>
      <p:pic>
        <p:nvPicPr>
          <p:cNvPr id="374"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pic>
        <p:nvPicPr>
          <p:cNvPr id="375"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pic>
        <p:nvPicPr>
          <p:cNvPr id="376"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377" name="Why should Royal Auping choose for Innovadis?"/>
          <p:cNvSpPr txBox="1">
            <a:spLocks noGrp="1"/>
          </p:cNvSpPr>
          <p:nvPr>
            <p:ph type="body" sz="quarter" idx="22"/>
          </p:nvPr>
        </p:nvSpPr>
        <p:spPr>
          <a:xfrm>
            <a:off x="6528989" y="2999315"/>
            <a:ext cx="10023959" cy="698501"/>
          </a:xfrm>
          <a:prstGeom prst="rect">
            <a:avLst/>
          </a:prstGeom>
        </p:spPr>
        <p:txBody>
          <a:bodyPr wrap="none">
            <a:spAutoFit/>
          </a:bodyPr>
          <a:lstStyle/>
          <a:p>
            <a:pPr lvl="1" indent="0" defTabSz="2438338">
              <a:lnSpc>
                <a:spcPct val="80000"/>
              </a:lnSpc>
              <a:defRPr sz="3500" spc="-174">
                <a:solidFill>
                  <a:srgbClr val="BEA153"/>
                </a:solidFill>
                <a:latin typeface="OpenSans-Extrabold"/>
                <a:ea typeface="OpenSans-Extrabold"/>
                <a:cs typeface="OpenSans-Extrabold"/>
                <a:sym typeface="OpenSans-Extrabold"/>
              </a:defRPr>
            </a:pPr>
            <a:r>
              <a:t>Why should Royal Auping choose for Innovadis?</a:t>
            </a:r>
          </a:p>
        </p:txBody>
      </p:sp>
      <p:sp>
        <p:nvSpPr>
          <p:cNvPr id="378" name="The perfect fit as a long-term…"/>
          <p:cNvSpPr txBox="1">
            <a:spLocks noGrp="1"/>
          </p:cNvSpPr>
          <p:nvPr>
            <p:ph type="body" sz="quarter" idx="23"/>
          </p:nvPr>
        </p:nvSpPr>
        <p:spPr>
          <a:xfrm>
            <a:off x="6522103" y="3793364"/>
            <a:ext cx="11475032" cy="1816101"/>
          </a:xfrm>
          <a:prstGeom prst="rect">
            <a:avLst/>
          </a:prstGeom>
        </p:spPr>
        <p:txBody>
          <a:bodyPr>
            <a:spAutoFit/>
          </a:bodyPr>
          <a:lstStyle/>
          <a:p>
            <a:pPr lvl="1" indent="0" defTabSz="2438338">
              <a:lnSpc>
                <a:spcPct val="80000"/>
              </a:lnSpc>
              <a:defRPr spc="-274">
                <a:solidFill>
                  <a:srgbClr val="FFFFFF"/>
                </a:solidFill>
                <a:latin typeface="OpenSans-Extrabold"/>
                <a:ea typeface="OpenSans-Extrabold"/>
                <a:cs typeface="OpenSans-Extrabold"/>
                <a:sym typeface="OpenSans-Extrabold"/>
              </a:defRPr>
            </a:pPr>
            <a:r>
              <a:t>The perfect fit as a long-term </a:t>
            </a:r>
          </a:p>
          <a:p>
            <a:pPr lvl="1" indent="0" defTabSz="2438338">
              <a:lnSpc>
                <a:spcPct val="80000"/>
              </a:lnSpc>
              <a:defRPr spc="-274">
                <a:solidFill>
                  <a:srgbClr val="FFFFFF"/>
                </a:solidFill>
                <a:latin typeface="OpenSans-Extrabold"/>
                <a:ea typeface="OpenSans-Extrabold"/>
                <a:cs typeface="OpenSans-Extrabold"/>
                <a:sym typeface="OpenSans-Extrabold"/>
              </a:defRPr>
            </a:pPr>
            <a:r>
              <a:t>PIM integration partner</a:t>
            </a:r>
          </a:p>
        </p:txBody>
      </p:sp>
      <p:sp>
        <p:nvSpPr>
          <p:cNvPr id="379" name="Our team…"/>
          <p:cNvSpPr txBox="1">
            <a:spLocks noGrp="1"/>
          </p:cNvSpPr>
          <p:nvPr>
            <p:ph type="body" sz="quarter" idx="24"/>
          </p:nvPr>
        </p:nvSpPr>
        <p:spPr>
          <a:xfrm>
            <a:off x="6541719" y="6518568"/>
            <a:ext cx="6729972" cy="3527709"/>
          </a:xfrm>
          <a:prstGeom prst="rect">
            <a:avLst/>
          </a:prstGeom>
        </p:spPr>
        <p:txBody>
          <a:bodyPr>
            <a:spAutoFit/>
          </a:bodyPr>
          <a:lstStyle/>
          <a:p>
            <a:pPr>
              <a:lnSpc>
                <a:spcPct val="160000"/>
              </a:lnSpc>
              <a:defRPr sz="2000">
                <a:solidFill>
                  <a:srgbClr val="FFFFFF"/>
                </a:solidFill>
                <a:latin typeface="Open Sans"/>
                <a:ea typeface="Open Sans"/>
                <a:cs typeface="Open Sans"/>
                <a:sym typeface="Open Sans"/>
              </a:defRPr>
            </a:pPr>
            <a:r>
              <a:t>Our team</a:t>
            </a:r>
          </a:p>
          <a:p>
            <a:pPr marL="381000" indent="-381000">
              <a:lnSpc>
                <a:spcPct val="160000"/>
              </a:lnSpc>
              <a:buSzPct val="50000"/>
              <a:buBlip>
                <a:blip r:embed="rId3"/>
              </a:buBlip>
              <a:defRPr sz="2000" b="0">
                <a:solidFill>
                  <a:srgbClr val="FFFFFF"/>
                </a:solidFill>
                <a:latin typeface="Open Sans"/>
                <a:ea typeface="Open Sans"/>
                <a:cs typeface="Open Sans"/>
                <a:sym typeface="Open Sans"/>
              </a:defRPr>
            </a:pPr>
            <a:r>
              <a:t>5-7  senior Digital business consultants PIM &amp; Integrations</a:t>
            </a:r>
          </a:p>
          <a:p>
            <a:pPr marL="381000" indent="-381000">
              <a:lnSpc>
                <a:spcPct val="160000"/>
              </a:lnSpc>
              <a:buSzPct val="50000"/>
              <a:buBlip>
                <a:blip r:embed="rId3"/>
              </a:buBlip>
              <a:defRPr sz="2000" b="0">
                <a:solidFill>
                  <a:srgbClr val="FFFFFF"/>
                </a:solidFill>
                <a:latin typeface="Open Sans"/>
                <a:ea typeface="Open Sans"/>
                <a:cs typeface="Open Sans"/>
                <a:sym typeface="Open Sans"/>
              </a:defRPr>
            </a:pPr>
            <a:r>
              <a:t>6 – 10 PIM implementation/Integrations consultants and project manager </a:t>
            </a:r>
          </a:p>
          <a:p>
            <a:pPr marL="381000" indent="-381000">
              <a:lnSpc>
                <a:spcPct val="160000"/>
              </a:lnSpc>
              <a:buSzPct val="50000"/>
              <a:buBlip>
                <a:blip r:embed="rId3"/>
              </a:buBlip>
              <a:defRPr sz="2000" b="0">
                <a:solidFill>
                  <a:srgbClr val="FFFFFF"/>
                </a:solidFill>
                <a:latin typeface="Open Sans"/>
                <a:ea typeface="Open Sans"/>
                <a:cs typeface="Open Sans"/>
                <a:sym typeface="Open Sans"/>
              </a:defRPr>
            </a:pPr>
            <a:r>
              <a:t>30 developers Digital B2B business</a:t>
            </a:r>
          </a:p>
          <a:p>
            <a:pPr defTabSz="457200">
              <a:defRPr sz="1100" b="0">
                <a:latin typeface="Calibri"/>
                <a:ea typeface="Calibri"/>
                <a:cs typeface="Calibri"/>
                <a:sym typeface="Calibri"/>
              </a:defRPr>
            </a:pPr>
            <a:r>
              <a:t> </a:t>
            </a:r>
          </a:p>
        </p:txBody>
      </p:sp>
      <p:sp>
        <p:nvSpPr>
          <p:cNvPr id="380" name="Our experience…"/>
          <p:cNvSpPr txBox="1">
            <a:spLocks noGrp="1"/>
          </p:cNvSpPr>
          <p:nvPr>
            <p:ph type="body" sz="quarter" idx="25"/>
          </p:nvPr>
        </p:nvSpPr>
        <p:spPr>
          <a:xfrm>
            <a:off x="13906045" y="6518568"/>
            <a:ext cx="6729973" cy="3736341"/>
          </a:xfrm>
          <a:prstGeom prst="rect">
            <a:avLst/>
          </a:prstGeom>
        </p:spPr>
        <p:txBody>
          <a:bodyPr>
            <a:spAutoFit/>
          </a:bodyPr>
          <a:lstStyle/>
          <a:p>
            <a:pPr>
              <a:lnSpc>
                <a:spcPct val="160000"/>
              </a:lnSpc>
              <a:defRPr sz="2000" b="0">
                <a:solidFill>
                  <a:srgbClr val="FFFFFF"/>
                </a:solidFill>
                <a:latin typeface="Open Sans"/>
                <a:ea typeface="Open Sans"/>
                <a:cs typeface="Open Sans"/>
                <a:sym typeface="Open Sans"/>
              </a:defRPr>
            </a:pPr>
            <a:r>
              <a:rPr b="1"/>
              <a:t>Our experience</a:t>
            </a:r>
          </a:p>
          <a:p>
            <a:pPr marL="381000" indent="-381000">
              <a:lnSpc>
                <a:spcPct val="160000"/>
              </a:lnSpc>
              <a:buSzPct val="50000"/>
              <a:buBlip>
                <a:blip r:embed="rId3"/>
              </a:buBlip>
              <a:defRPr sz="2000" b="0">
                <a:solidFill>
                  <a:srgbClr val="FFFFFF"/>
                </a:solidFill>
                <a:latin typeface="Open Sans"/>
                <a:ea typeface="Open Sans"/>
                <a:cs typeface="Open Sans"/>
                <a:sym typeface="Open Sans"/>
              </a:defRPr>
            </a:pPr>
            <a:r>
              <a:t>More than 40+ successful PIM projects</a:t>
            </a:r>
          </a:p>
          <a:p>
            <a:pPr marL="381000" indent="-381000">
              <a:lnSpc>
                <a:spcPct val="160000"/>
              </a:lnSpc>
              <a:buSzPct val="50000"/>
              <a:buBlip>
                <a:blip r:embed="rId3"/>
              </a:buBlip>
              <a:defRPr sz="2000" b="0">
                <a:solidFill>
                  <a:srgbClr val="FFFFFF"/>
                </a:solidFill>
                <a:latin typeface="Open Sans"/>
                <a:ea typeface="Open Sans"/>
                <a:cs typeface="Open Sans"/>
                <a:sym typeface="Open Sans"/>
              </a:defRPr>
            </a:pPr>
            <a:r>
              <a:t>Disciplines;  publishing, datapools, GS1, NPD, integrations, customer development, objectieve business analysis, data modeling, translations, catalogi, reporting,  configuration implementation , DAM, IPAAS/integrations MDM and Cloud solutions.</a:t>
            </a:r>
          </a:p>
        </p:txBody>
      </p:sp>
      <p:sp>
        <p:nvSpPr>
          <p:cNvPr id="381"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x">
  <p:cSld name="Quote">
    <p:bg>
      <p:bgPr>
        <a:solidFill>
          <a:srgbClr val="C29E3C"/>
        </a:solidFill>
        <a:effectLst/>
      </p:bgPr>
    </p:bg>
    <p:spTree>
      <p:nvGrpSpPr>
        <p:cNvPr id="1" name=""/>
        <p:cNvGrpSpPr/>
        <p:nvPr/>
      </p:nvGrpSpPr>
      <p:grpSpPr>
        <a:xfrm>
          <a:off x="0" y="0"/>
          <a:ext cx="0" cy="0"/>
          <a:chOff x="0" y="0"/>
          <a:chExt cx="0" cy="0"/>
        </a:xfrm>
      </p:grpSpPr>
      <p:pic>
        <p:nvPicPr>
          <p:cNvPr id="388"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389" name="“Let’s create  positive impact…"/>
          <p:cNvSpPr txBox="1">
            <a:spLocks noGrp="1"/>
          </p:cNvSpPr>
          <p:nvPr>
            <p:ph type="body" sz="half" idx="21"/>
          </p:nvPr>
        </p:nvSpPr>
        <p:spPr>
          <a:xfrm>
            <a:off x="2220209" y="4333976"/>
            <a:ext cx="16196200" cy="5069841"/>
          </a:xfrm>
          <a:prstGeom prst="rect">
            <a:avLst/>
          </a:prstGeom>
        </p:spPr>
        <p:txBody>
          <a:bodyPr anchor="ctr">
            <a:spAutoFit/>
          </a:bodyPr>
          <a:lstStyle/>
          <a:p>
            <a:pPr lvl="1" indent="0" defTabSz="2438338">
              <a:lnSpc>
                <a:spcPct val="70000"/>
              </a:lnSpc>
              <a:defRPr sz="12000" spc="-599">
                <a:solidFill>
                  <a:srgbClr val="2E282C"/>
                </a:solidFill>
                <a:latin typeface="OpenSans-Extrabold"/>
                <a:ea typeface="OpenSans-Extrabold"/>
                <a:cs typeface="OpenSans-Extrabold"/>
                <a:sym typeface="OpenSans-Extrabold"/>
              </a:defRPr>
            </a:pPr>
            <a:r>
              <a:t>“Let’s create </a:t>
            </a:r>
            <a:br/>
            <a:r>
              <a:t>positive impact </a:t>
            </a:r>
          </a:p>
          <a:p>
            <a:pPr lvl="1" indent="0" defTabSz="2438338">
              <a:lnSpc>
                <a:spcPct val="70000"/>
              </a:lnSpc>
              <a:defRPr sz="12000" spc="-599">
                <a:solidFill>
                  <a:srgbClr val="2E282C"/>
                </a:solidFill>
                <a:latin typeface="OpenSans-Extrabold"/>
                <a:ea typeface="OpenSans-Extrabold"/>
                <a:cs typeface="OpenSans-Extrabold"/>
                <a:sym typeface="OpenSans-Extrabold"/>
              </a:defRPr>
            </a:pPr>
            <a:r>
              <a:t>together ” </a:t>
            </a:r>
          </a:p>
        </p:txBody>
      </p:sp>
      <p:sp>
        <p:nvSpPr>
          <p:cNvPr id="390" name="Vorm"/>
          <p:cNvSpPr/>
          <p:nvPr/>
        </p:nvSpPr>
        <p:spPr>
          <a:xfrm>
            <a:off x="18881714" y="-3537874"/>
            <a:ext cx="9191254" cy="9191042"/>
          </a:xfrm>
          <a:custGeom>
            <a:avLst/>
            <a:gdLst/>
            <a:ahLst/>
            <a:cxnLst>
              <a:cxn ang="0">
                <a:pos x="wd2" y="hd2"/>
              </a:cxn>
              <a:cxn ang="5400000">
                <a:pos x="wd2" y="hd2"/>
              </a:cxn>
              <a:cxn ang="10800000">
                <a:pos x="wd2" y="hd2"/>
              </a:cxn>
              <a:cxn ang="16200000">
                <a:pos x="wd2" y="hd2"/>
              </a:cxn>
            </a:cxnLst>
            <a:rect l="0" t="0" r="r" b="b"/>
            <a:pathLst>
              <a:path w="19679" h="20595" extrusionOk="0">
                <a:moveTo>
                  <a:pt x="9839" y="0"/>
                </a:moveTo>
                <a:cubicBezTo>
                  <a:pt x="7321" y="0"/>
                  <a:pt x="4803" y="1005"/>
                  <a:pt x="2881" y="3016"/>
                </a:cubicBezTo>
                <a:cubicBezTo>
                  <a:pt x="-961" y="7037"/>
                  <a:pt x="-961" y="13557"/>
                  <a:pt x="2881" y="17579"/>
                </a:cubicBezTo>
                <a:cubicBezTo>
                  <a:pt x="6724" y="21600"/>
                  <a:pt x="12954" y="21600"/>
                  <a:pt x="16797" y="17579"/>
                </a:cubicBezTo>
                <a:cubicBezTo>
                  <a:pt x="20639" y="13557"/>
                  <a:pt x="20639" y="7037"/>
                  <a:pt x="16797" y="3016"/>
                </a:cubicBezTo>
                <a:cubicBezTo>
                  <a:pt x="14875" y="1005"/>
                  <a:pt x="12357" y="0"/>
                  <a:pt x="9839" y="0"/>
                </a:cubicBezTo>
                <a:close/>
                <a:moveTo>
                  <a:pt x="9839" y="4874"/>
                </a:moveTo>
                <a:cubicBezTo>
                  <a:pt x="11165" y="4874"/>
                  <a:pt x="12491" y="5404"/>
                  <a:pt x="13503" y="6462"/>
                </a:cubicBezTo>
                <a:cubicBezTo>
                  <a:pt x="15527" y="8580"/>
                  <a:pt x="15527" y="12014"/>
                  <a:pt x="13503" y="14132"/>
                </a:cubicBezTo>
                <a:cubicBezTo>
                  <a:pt x="11479" y="16250"/>
                  <a:pt x="8199" y="16250"/>
                  <a:pt x="6175" y="14132"/>
                </a:cubicBezTo>
                <a:cubicBezTo>
                  <a:pt x="4151" y="12014"/>
                  <a:pt x="4151" y="8580"/>
                  <a:pt x="6175" y="6462"/>
                </a:cubicBezTo>
                <a:cubicBezTo>
                  <a:pt x="7187" y="5404"/>
                  <a:pt x="8513" y="4874"/>
                  <a:pt x="9839" y="4874"/>
                </a:cubicBezTo>
                <a:close/>
              </a:path>
            </a:pathLst>
          </a:custGeom>
          <a:solidFill>
            <a:srgbClr val="FFFFFF"/>
          </a:solidFill>
          <a:ln w="12700">
            <a:miter lim="400000"/>
          </a:ln>
        </p:spPr>
        <p:txBody>
          <a:bodyPr lIns="50800" tIns="50800" rIns="50800" bIns="50800" anchor="ctr"/>
          <a:lstStyle/>
          <a:p>
            <a:pPr defTabSz="825500">
              <a:defRPr sz="3200" b="1">
                <a:solidFill>
                  <a:srgbClr val="FFFFFF"/>
                </a:solidFill>
              </a:defRPr>
            </a:pPr>
            <a:endParaRPr/>
          </a:p>
        </p:txBody>
      </p:sp>
      <p:sp>
        <p:nvSpPr>
          <p:cNvPr id="391" name="Barrack Obama"/>
          <p:cNvSpPr txBox="1">
            <a:spLocks noGrp="1"/>
          </p:cNvSpPr>
          <p:nvPr>
            <p:ph type="body" sz="quarter" idx="22"/>
          </p:nvPr>
        </p:nvSpPr>
        <p:spPr>
          <a:xfrm>
            <a:off x="2205419" y="9382850"/>
            <a:ext cx="3467846" cy="800101"/>
          </a:xfrm>
          <a:prstGeom prst="rect">
            <a:avLst/>
          </a:prstGeom>
        </p:spPr>
        <p:txBody>
          <a:bodyPr wrap="none">
            <a:spAutoFit/>
          </a:bodyPr>
          <a:lstStyle/>
          <a:p>
            <a:pPr lvl="1" indent="0" defTabSz="2438338">
              <a:lnSpc>
                <a:spcPct val="80000"/>
              </a:lnSpc>
              <a:defRPr sz="4000" b="0" spc="-199">
                <a:solidFill>
                  <a:srgbClr val="2E282C"/>
                </a:solidFill>
                <a:latin typeface="Open Sans"/>
                <a:ea typeface="Open Sans"/>
                <a:cs typeface="Open Sans"/>
                <a:sym typeface="Open Sans"/>
              </a:defRPr>
            </a:pPr>
            <a:r>
              <a:t>Barrack Obama</a:t>
            </a:r>
          </a:p>
        </p:txBody>
      </p:sp>
      <p:sp>
        <p:nvSpPr>
          <p:cNvPr id="392"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x">
  <p:cSld name="Outro">
    <p:spTree>
      <p:nvGrpSpPr>
        <p:cNvPr id="1" name=""/>
        <p:cNvGrpSpPr/>
        <p:nvPr/>
      </p:nvGrpSpPr>
      <p:grpSpPr>
        <a:xfrm>
          <a:off x="0" y="0"/>
          <a:ext cx="0" cy="0"/>
          <a:chOff x="0" y="0"/>
          <a:chExt cx="0" cy="0"/>
        </a:xfrm>
      </p:grpSpPr>
      <p:pic>
        <p:nvPicPr>
          <p:cNvPr id="399"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400" name="Let’s create positive impact together!"/>
          <p:cNvSpPr txBox="1">
            <a:spLocks noGrp="1"/>
          </p:cNvSpPr>
          <p:nvPr>
            <p:ph type="body" sz="half" idx="21"/>
          </p:nvPr>
        </p:nvSpPr>
        <p:spPr>
          <a:xfrm>
            <a:off x="2220209" y="4333976"/>
            <a:ext cx="16196200" cy="5069841"/>
          </a:xfrm>
          <a:prstGeom prst="rect">
            <a:avLst/>
          </a:prstGeom>
        </p:spPr>
        <p:txBody>
          <a:bodyPr anchor="ctr">
            <a:spAutoFit/>
          </a:bodyPr>
          <a:lstStyle/>
          <a:p>
            <a:pPr lvl="1" indent="0" defTabSz="2438338">
              <a:lnSpc>
                <a:spcPct val="70000"/>
              </a:lnSpc>
              <a:defRPr sz="12000" spc="-599">
                <a:solidFill>
                  <a:srgbClr val="FFFFFF"/>
                </a:solidFill>
                <a:latin typeface="OpenSans-Extrabold"/>
                <a:ea typeface="OpenSans-Extrabold"/>
                <a:cs typeface="OpenSans-Extrabold"/>
                <a:sym typeface="OpenSans-Extrabold"/>
              </a:defRPr>
            </a:pPr>
            <a:r>
              <a:t>Let’s create</a:t>
            </a:r>
            <a:br/>
            <a:r>
              <a:t>positive impact</a:t>
            </a:r>
            <a:br/>
            <a:r>
              <a:t>together!</a:t>
            </a:r>
          </a:p>
        </p:txBody>
      </p:sp>
      <p:sp>
        <p:nvSpPr>
          <p:cNvPr id="401" name="Vorm"/>
          <p:cNvSpPr/>
          <p:nvPr/>
        </p:nvSpPr>
        <p:spPr>
          <a:xfrm>
            <a:off x="19783091" y="2262479"/>
            <a:ext cx="9191255" cy="9191042"/>
          </a:xfrm>
          <a:custGeom>
            <a:avLst/>
            <a:gdLst/>
            <a:ahLst/>
            <a:cxnLst>
              <a:cxn ang="0">
                <a:pos x="wd2" y="hd2"/>
              </a:cxn>
              <a:cxn ang="5400000">
                <a:pos x="wd2" y="hd2"/>
              </a:cxn>
              <a:cxn ang="10800000">
                <a:pos x="wd2" y="hd2"/>
              </a:cxn>
              <a:cxn ang="16200000">
                <a:pos x="wd2" y="hd2"/>
              </a:cxn>
            </a:cxnLst>
            <a:rect l="0" t="0" r="r" b="b"/>
            <a:pathLst>
              <a:path w="19679" h="20595" extrusionOk="0">
                <a:moveTo>
                  <a:pt x="9839" y="0"/>
                </a:moveTo>
                <a:cubicBezTo>
                  <a:pt x="7321" y="0"/>
                  <a:pt x="4803" y="1005"/>
                  <a:pt x="2881" y="3016"/>
                </a:cubicBezTo>
                <a:cubicBezTo>
                  <a:pt x="-961" y="7037"/>
                  <a:pt x="-961" y="13557"/>
                  <a:pt x="2881" y="17579"/>
                </a:cubicBezTo>
                <a:cubicBezTo>
                  <a:pt x="6724" y="21600"/>
                  <a:pt x="12954" y="21600"/>
                  <a:pt x="16797" y="17579"/>
                </a:cubicBezTo>
                <a:cubicBezTo>
                  <a:pt x="20639" y="13557"/>
                  <a:pt x="20639" y="7037"/>
                  <a:pt x="16797" y="3016"/>
                </a:cubicBezTo>
                <a:cubicBezTo>
                  <a:pt x="14875" y="1005"/>
                  <a:pt x="12357" y="0"/>
                  <a:pt x="9839" y="0"/>
                </a:cubicBezTo>
                <a:close/>
                <a:moveTo>
                  <a:pt x="9839" y="4874"/>
                </a:moveTo>
                <a:cubicBezTo>
                  <a:pt x="11165" y="4874"/>
                  <a:pt x="12491" y="5404"/>
                  <a:pt x="13503" y="6462"/>
                </a:cubicBezTo>
                <a:cubicBezTo>
                  <a:pt x="15527" y="8580"/>
                  <a:pt x="15527" y="12014"/>
                  <a:pt x="13503" y="14132"/>
                </a:cubicBezTo>
                <a:cubicBezTo>
                  <a:pt x="11479" y="16250"/>
                  <a:pt x="8199" y="16250"/>
                  <a:pt x="6175" y="14132"/>
                </a:cubicBezTo>
                <a:cubicBezTo>
                  <a:pt x="4151" y="12014"/>
                  <a:pt x="4151" y="8580"/>
                  <a:pt x="6175" y="6462"/>
                </a:cubicBezTo>
                <a:cubicBezTo>
                  <a:pt x="7187" y="5404"/>
                  <a:pt x="8513" y="4874"/>
                  <a:pt x="9839" y="4874"/>
                </a:cubicBezTo>
                <a:close/>
              </a:path>
            </a:pathLst>
          </a:custGeom>
          <a:solidFill>
            <a:srgbClr val="FFFFFF"/>
          </a:solidFill>
          <a:ln w="12700">
            <a:miter lim="400000"/>
          </a:ln>
        </p:spPr>
        <p:txBody>
          <a:bodyPr lIns="50800" tIns="50800" rIns="50800" bIns="50800" anchor="ctr"/>
          <a:lstStyle/>
          <a:p>
            <a:pPr defTabSz="825500">
              <a:defRPr sz="3200" b="1">
                <a:solidFill>
                  <a:srgbClr val="FFFFFF"/>
                </a:solidFill>
              </a:defRPr>
            </a:pPr>
            <a:endParaRPr/>
          </a:p>
        </p:txBody>
      </p:sp>
      <p:sp>
        <p:nvSpPr>
          <p:cNvPr id="402" name="Thank you"/>
          <p:cNvSpPr txBox="1"/>
          <p:nvPr/>
        </p:nvSpPr>
        <p:spPr>
          <a:xfrm>
            <a:off x="2205419" y="9382850"/>
            <a:ext cx="2346078" cy="800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spAutoFit/>
          </a:bodyPr>
          <a:lstStyle/>
          <a:p>
            <a:pPr lvl="1" indent="0" algn="l">
              <a:lnSpc>
                <a:spcPct val="80000"/>
              </a:lnSpc>
              <a:defRPr sz="4000" spc="-199">
                <a:solidFill>
                  <a:srgbClr val="C29E3C"/>
                </a:solidFill>
                <a:latin typeface="Open Sans"/>
                <a:ea typeface="Open Sans"/>
                <a:cs typeface="Open Sans"/>
                <a:sym typeface="Open Sans"/>
              </a:defRPr>
            </a:pPr>
            <a:r>
              <a:t>Thank you</a:t>
            </a:r>
          </a:p>
        </p:txBody>
      </p:sp>
      <p:sp>
        <p:nvSpPr>
          <p:cNvPr id="403"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x">
  <p:cSld name="2_Tekst links">
    <p:bg>
      <p:bgPr>
        <a:solidFill>
          <a:srgbClr val="2D292D"/>
        </a:solidFill>
        <a:effectLst/>
      </p:bgPr>
    </p:bg>
    <p:spTree>
      <p:nvGrpSpPr>
        <p:cNvPr id="1" name=""/>
        <p:cNvGrpSpPr/>
        <p:nvPr/>
      </p:nvGrpSpPr>
      <p:grpSpPr>
        <a:xfrm>
          <a:off x="0" y="0"/>
          <a:ext cx="0" cy="0"/>
          <a:chOff x="0" y="0"/>
          <a:chExt cx="0" cy="0"/>
        </a:xfrm>
      </p:grpSpPr>
      <p:pic>
        <p:nvPicPr>
          <p:cNvPr id="410"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411" name="facts &amp; figures"/>
          <p:cNvSpPr txBox="1">
            <a:spLocks noGrp="1"/>
          </p:cNvSpPr>
          <p:nvPr>
            <p:ph type="body" sz="quarter" idx="21"/>
          </p:nvPr>
        </p:nvSpPr>
        <p:spPr>
          <a:xfrm>
            <a:off x="2205419" y="1633351"/>
            <a:ext cx="3544046" cy="800101"/>
          </a:xfrm>
          <a:prstGeom prst="rect">
            <a:avLst/>
          </a:prstGeom>
        </p:spPr>
        <p:txBody>
          <a:bodyPr wrap="none">
            <a:spAutoFit/>
          </a:bodyPr>
          <a:lstStyle/>
          <a:p>
            <a:pPr lvl="1" indent="0" defTabSz="2438338">
              <a:lnSpc>
                <a:spcPct val="80000"/>
              </a:lnSpc>
              <a:defRPr sz="4000" spc="-199">
                <a:solidFill>
                  <a:srgbClr val="FFFFFF"/>
                </a:solidFill>
                <a:latin typeface="OpenSans-Extrabold"/>
                <a:ea typeface="OpenSans-Extrabold"/>
                <a:cs typeface="OpenSans-Extrabold"/>
                <a:sym typeface="OpenSans-Extrabold"/>
              </a:defRPr>
            </a:pPr>
            <a:r>
              <a:t>facts &amp; figures</a:t>
            </a:r>
          </a:p>
        </p:txBody>
      </p:sp>
      <p:sp>
        <p:nvSpPr>
          <p:cNvPr id="412" name="Let’s create positive impact…"/>
          <p:cNvSpPr txBox="1">
            <a:spLocks noGrp="1"/>
          </p:cNvSpPr>
          <p:nvPr>
            <p:ph type="body" sz="quarter" idx="22"/>
          </p:nvPr>
        </p:nvSpPr>
        <p:spPr>
          <a:xfrm>
            <a:off x="2212311" y="2544943"/>
            <a:ext cx="9332036" cy="3027681"/>
          </a:xfrm>
          <a:prstGeom prst="rect">
            <a:avLst/>
          </a:prstGeom>
        </p:spPr>
        <p:txBody>
          <a:bodyPr>
            <a:spAutoFit/>
          </a:bodyPr>
          <a:lstStyle/>
          <a:p>
            <a:pPr lvl="1" indent="0" defTabSz="2438338">
              <a:lnSpc>
                <a:spcPct val="70000"/>
              </a:lnSpc>
              <a:defRPr sz="7000" spc="-349">
                <a:solidFill>
                  <a:srgbClr val="C7BCAA"/>
                </a:solidFill>
                <a:latin typeface="OpenSans-Extrabold"/>
                <a:ea typeface="OpenSans-Extrabold"/>
                <a:cs typeface="OpenSans-Extrabold"/>
                <a:sym typeface="OpenSans-Extrabold"/>
              </a:defRPr>
            </a:pPr>
            <a:r>
              <a:t>Let’s create positive impact </a:t>
            </a:r>
          </a:p>
          <a:p>
            <a:pPr lvl="1" indent="0" defTabSz="2438338">
              <a:lnSpc>
                <a:spcPct val="70000"/>
              </a:lnSpc>
              <a:defRPr sz="7000" spc="-349">
                <a:solidFill>
                  <a:srgbClr val="C7BCAA"/>
                </a:solidFill>
                <a:latin typeface="OpenSans-Extrabold"/>
                <a:ea typeface="OpenSans-Extrabold"/>
                <a:cs typeface="OpenSans-Extrabold"/>
                <a:sym typeface="OpenSans-Extrabold"/>
              </a:defRPr>
            </a:pPr>
            <a:r>
              <a:t>together</a:t>
            </a:r>
          </a:p>
        </p:txBody>
      </p:sp>
      <p:sp>
        <p:nvSpPr>
          <p:cNvPr id="413" name="The way we work together. We are Innovadis and we guide and accompany you on the technical journey to positive impact. Step-by-step. Not only do we have decades of experience on this journey, we also have the skills to get to your destination. We eat imp"/>
          <p:cNvSpPr txBox="1">
            <a:spLocks noGrp="1"/>
          </p:cNvSpPr>
          <p:nvPr>
            <p:ph type="body" sz="quarter" idx="23"/>
          </p:nvPr>
        </p:nvSpPr>
        <p:spPr>
          <a:xfrm>
            <a:off x="2229773" y="6864816"/>
            <a:ext cx="6729972" cy="3736341"/>
          </a:xfrm>
          <a:prstGeom prst="rect">
            <a:avLst/>
          </a:prstGeom>
        </p:spPr>
        <p:txBody>
          <a:bodyPr>
            <a:spAutoFit/>
          </a:bodyPr>
          <a:lstStyle/>
          <a:p>
            <a:pPr>
              <a:lnSpc>
                <a:spcPct val="160000"/>
              </a:lnSpc>
              <a:defRPr sz="2000" b="0">
                <a:solidFill>
                  <a:srgbClr val="FFFFFF"/>
                </a:solidFill>
                <a:latin typeface="Open Sans"/>
                <a:ea typeface="Open Sans"/>
                <a:cs typeface="Open Sans"/>
                <a:sym typeface="Open Sans"/>
              </a:defRPr>
            </a:pPr>
            <a:r>
              <a:rPr b="1"/>
              <a:t>The way we work together.</a:t>
            </a:r>
            <a:r>
              <a:t> We are Innovadis and we guide and accompany you on the technical journey to positive impact. Step-by-step. Not only do we have decades of experience on this journey, we also have the skills to get to your destination. We eat impossible puzzles for breakfast and come up with useful solutions to bigger problems every day. Sometimes just for fun.</a:t>
            </a:r>
          </a:p>
        </p:txBody>
      </p:sp>
      <p:sp>
        <p:nvSpPr>
          <p:cNvPr id="414"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x">
  <p:cSld name="1_Tekst links">
    <p:bg>
      <p:bgPr>
        <a:solidFill>
          <a:srgbClr val="2D292D"/>
        </a:solidFill>
        <a:effectLst/>
      </p:bgPr>
    </p:bg>
    <p:spTree>
      <p:nvGrpSpPr>
        <p:cNvPr id="1" name=""/>
        <p:cNvGrpSpPr/>
        <p:nvPr/>
      </p:nvGrpSpPr>
      <p:grpSpPr>
        <a:xfrm>
          <a:off x="0" y="0"/>
          <a:ext cx="0" cy="0"/>
          <a:chOff x="0" y="0"/>
          <a:chExt cx="0" cy="0"/>
        </a:xfrm>
      </p:grpSpPr>
      <p:pic>
        <p:nvPicPr>
          <p:cNvPr id="421"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422" name="facts &amp; figures"/>
          <p:cNvSpPr txBox="1">
            <a:spLocks noGrp="1"/>
          </p:cNvSpPr>
          <p:nvPr>
            <p:ph type="body" sz="quarter" idx="21"/>
          </p:nvPr>
        </p:nvSpPr>
        <p:spPr>
          <a:xfrm>
            <a:off x="2205419" y="1633351"/>
            <a:ext cx="3544046" cy="800101"/>
          </a:xfrm>
          <a:prstGeom prst="rect">
            <a:avLst/>
          </a:prstGeom>
        </p:spPr>
        <p:txBody>
          <a:bodyPr wrap="none">
            <a:spAutoFit/>
          </a:bodyPr>
          <a:lstStyle/>
          <a:p>
            <a:pPr lvl="1" indent="0" defTabSz="2438338">
              <a:lnSpc>
                <a:spcPct val="80000"/>
              </a:lnSpc>
              <a:defRPr sz="4000" spc="-199">
                <a:solidFill>
                  <a:srgbClr val="FFFFFF"/>
                </a:solidFill>
                <a:latin typeface="OpenSans-Extrabold"/>
                <a:ea typeface="OpenSans-Extrabold"/>
                <a:cs typeface="OpenSans-Extrabold"/>
                <a:sym typeface="OpenSans-Extrabold"/>
              </a:defRPr>
            </a:pPr>
            <a:r>
              <a:t>facts &amp; figures</a:t>
            </a:r>
          </a:p>
        </p:txBody>
      </p:sp>
      <p:sp>
        <p:nvSpPr>
          <p:cNvPr id="423" name="Let’s create positive impact…"/>
          <p:cNvSpPr txBox="1">
            <a:spLocks noGrp="1"/>
          </p:cNvSpPr>
          <p:nvPr>
            <p:ph type="body" sz="quarter" idx="22"/>
          </p:nvPr>
        </p:nvSpPr>
        <p:spPr>
          <a:xfrm>
            <a:off x="2212311" y="2544943"/>
            <a:ext cx="9332036" cy="3027681"/>
          </a:xfrm>
          <a:prstGeom prst="rect">
            <a:avLst/>
          </a:prstGeom>
        </p:spPr>
        <p:txBody>
          <a:bodyPr>
            <a:spAutoFit/>
          </a:bodyPr>
          <a:lstStyle/>
          <a:p>
            <a:pPr lvl="1" indent="0" defTabSz="2438338">
              <a:lnSpc>
                <a:spcPct val="70000"/>
              </a:lnSpc>
              <a:defRPr sz="7000" spc="-349">
                <a:solidFill>
                  <a:srgbClr val="C7BCAA"/>
                </a:solidFill>
                <a:latin typeface="OpenSans-Extrabold"/>
                <a:ea typeface="OpenSans-Extrabold"/>
                <a:cs typeface="OpenSans-Extrabold"/>
                <a:sym typeface="OpenSans-Extrabold"/>
              </a:defRPr>
            </a:pPr>
            <a:r>
              <a:t>Let’s create positive impact </a:t>
            </a:r>
          </a:p>
          <a:p>
            <a:pPr lvl="1" indent="0" defTabSz="2438338">
              <a:lnSpc>
                <a:spcPct val="70000"/>
              </a:lnSpc>
              <a:defRPr sz="7000" spc="-349">
                <a:solidFill>
                  <a:srgbClr val="C7BCAA"/>
                </a:solidFill>
                <a:latin typeface="OpenSans-Extrabold"/>
                <a:ea typeface="OpenSans-Extrabold"/>
                <a:cs typeface="OpenSans-Extrabold"/>
                <a:sym typeface="OpenSans-Extrabold"/>
              </a:defRPr>
            </a:pPr>
            <a:r>
              <a:t>together</a:t>
            </a:r>
          </a:p>
        </p:txBody>
      </p:sp>
      <p:sp>
        <p:nvSpPr>
          <p:cNvPr id="424" name="The way we work together. We are Innovadis and we guide and accompany you on the technical journey to positive impact. Step-by-step. Not only do we have decades of experience on this journey, we also have the skills to get to your destination. We eat imp"/>
          <p:cNvSpPr txBox="1">
            <a:spLocks noGrp="1"/>
          </p:cNvSpPr>
          <p:nvPr>
            <p:ph type="body" sz="quarter" idx="23"/>
          </p:nvPr>
        </p:nvSpPr>
        <p:spPr>
          <a:xfrm>
            <a:off x="2229773" y="6864816"/>
            <a:ext cx="6729972" cy="3736341"/>
          </a:xfrm>
          <a:prstGeom prst="rect">
            <a:avLst/>
          </a:prstGeom>
        </p:spPr>
        <p:txBody>
          <a:bodyPr>
            <a:spAutoFit/>
          </a:bodyPr>
          <a:lstStyle/>
          <a:p>
            <a:pPr>
              <a:lnSpc>
                <a:spcPct val="160000"/>
              </a:lnSpc>
              <a:defRPr sz="2000" b="0">
                <a:solidFill>
                  <a:srgbClr val="FFFFFF"/>
                </a:solidFill>
                <a:latin typeface="Open Sans"/>
                <a:ea typeface="Open Sans"/>
                <a:cs typeface="Open Sans"/>
                <a:sym typeface="Open Sans"/>
              </a:defRPr>
            </a:pPr>
            <a:r>
              <a:rPr b="1"/>
              <a:t>The way we work together.</a:t>
            </a:r>
            <a:r>
              <a:t> We are Innovadis and we guide and accompany you on the technical journey to positive impact. Step-by-step. Not only do we have decades of experience on this journey, we also have the skills to get to your destination. We eat impossible puzzles for breakfast and come up with useful solutions to bigger problems every day. Sometimes just for fun.</a:t>
            </a:r>
          </a:p>
        </p:txBody>
      </p:sp>
      <p:sp>
        <p:nvSpPr>
          <p:cNvPr id="425"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x">
  <p:cSld name="Video slide">
    <p:bg>
      <p:bgPr>
        <a:solidFill>
          <a:srgbClr val="FFFFFF"/>
        </a:solidFill>
        <a:effectLst/>
      </p:bgPr>
    </p:bg>
    <p:spTree>
      <p:nvGrpSpPr>
        <p:cNvPr id="1" name=""/>
        <p:cNvGrpSpPr/>
        <p:nvPr/>
      </p:nvGrpSpPr>
      <p:grpSpPr>
        <a:xfrm>
          <a:off x="0" y="0"/>
          <a:ext cx="0" cy="0"/>
          <a:chOff x="0" y="0"/>
          <a:chExt cx="0" cy="0"/>
        </a:xfrm>
      </p:grpSpPr>
      <p:sp>
        <p:nvSpPr>
          <p:cNvPr id="432" name="greg-rakozy-oMpAz-DN-9I-unsplash.jpg"/>
          <p:cNvSpPr>
            <a:spLocks noGrp="1"/>
          </p:cNvSpPr>
          <p:nvPr>
            <p:ph type="pic" idx="21"/>
          </p:nvPr>
        </p:nvSpPr>
        <p:spPr>
          <a:xfrm>
            <a:off x="0" y="-1270000"/>
            <a:ext cx="24384000" cy="16256000"/>
          </a:xfrm>
          <a:prstGeom prst="rect">
            <a:avLst/>
          </a:prstGeom>
        </p:spPr>
        <p:txBody>
          <a:bodyPr lIns="91439" tIns="45719" rIns="91439" bIns="45719">
            <a:noAutofit/>
          </a:bodyPr>
          <a:lstStyle/>
          <a:p>
            <a:endParaRPr/>
          </a:p>
        </p:txBody>
      </p:sp>
      <p:pic>
        <p:nvPicPr>
          <p:cNvPr id="433"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434" name="our culture"/>
          <p:cNvSpPr txBox="1">
            <a:spLocks noGrp="1"/>
          </p:cNvSpPr>
          <p:nvPr>
            <p:ph type="body" sz="quarter" idx="22"/>
          </p:nvPr>
        </p:nvSpPr>
        <p:spPr>
          <a:xfrm>
            <a:off x="2205419" y="1633351"/>
            <a:ext cx="2763839" cy="800101"/>
          </a:xfrm>
          <a:prstGeom prst="rect">
            <a:avLst/>
          </a:prstGeom>
        </p:spPr>
        <p:txBody>
          <a:bodyPr wrap="none">
            <a:spAutoFit/>
          </a:bodyPr>
          <a:lstStyle/>
          <a:p>
            <a:pPr lvl="1" indent="0" defTabSz="2438338">
              <a:lnSpc>
                <a:spcPct val="80000"/>
              </a:lnSpc>
              <a:defRPr sz="4000" spc="-199">
                <a:solidFill>
                  <a:srgbClr val="FFFFFF"/>
                </a:solidFill>
                <a:latin typeface="OpenSans-Extrabold"/>
                <a:ea typeface="OpenSans-Extrabold"/>
                <a:cs typeface="OpenSans-Extrabold"/>
                <a:sym typeface="OpenSans-Extrabold"/>
              </a:defRPr>
            </a:pPr>
            <a:r>
              <a:t>our culture</a:t>
            </a:r>
          </a:p>
        </p:txBody>
      </p:sp>
      <p:sp>
        <p:nvSpPr>
          <p:cNvPr id="435" name="We are the explorers,…"/>
          <p:cNvSpPr txBox="1">
            <a:spLocks noGrp="1"/>
          </p:cNvSpPr>
          <p:nvPr>
            <p:ph type="body" sz="quarter" idx="23"/>
          </p:nvPr>
        </p:nvSpPr>
        <p:spPr>
          <a:xfrm>
            <a:off x="2212311" y="2544943"/>
            <a:ext cx="9332036" cy="3881121"/>
          </a:xfrm>
          <a:prstGeom prst="rect">
            <a:avLst/>
          </a:prstGeom>
        </p:spPr>
        <p:txBody>
          <a:bodyPr>
            <a:spAutoFit/>
          </a:bodyPr>
          <a:lstStyle/>
          <a:p>
            <a:pPr lvl="1" indent="0" defTabSz="2438338">
              <a:lnSpc>
                <a:spcPct val="70000"/>
              </a:lnSpc>
              <a:defRPr sz="7000" spc="-349">
                <a:solidFill>
                  <a:srgbClr val="C7BCAA"/>
                </a:solidFill>
                <a:latin typeface="OpenSans-Extrabold"/>
                <a:ea typeface="OpenSans-Extrabold"/>
                <a:cs typeface="OpenSans-Extrabold"/>
                <a:sym typeface="OpenSans-Extrabold"/>
              </a:defRPr>
            </a:pPr>
            <a:r>
              <a:t>We are the explorers, </a:t>
            </a:r>
          </a:p>
          <a:p>
            <a:pPr lvl="1" indent="0" defTabSz="2438338">
              <a:lnSpc>
                <a:spcPct val="70000"/>
              </a:lnSpc>
              <a:defRPr sz="7000" spc="-349">
                <a:solidFill>
                  <a:srgbClr val="C7BCAA"/>
                </a:solidFill>
                <a:latin typeface="OpenSans-Extrabold"/>
                <a:ea typeface="OpenSans-Extrabold"/>
                <a:cs typeface="OpenSans-Extrabold"/>
                <a:sym typeface="OpenSans-Extrabold"/>
              </a:defRPr>
            </a:pPr>
            <a:r>
              <a:t>the shakers, </a:t>
            </a:r>
            <a:br/>
            <a:r>
              <a:t>the positive impact makers!</a:t>
            </a:r>
          </a:p>
        </p:txBody>
      </p:sp>
      <p:sp>
        <p:nvSpPr>
          <p:cNvPr id="436"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x">
  <p:cSld name="Tekst links">
    <p:bg>
      <p:bgPr>
        <a:solidFill>
          <a:srgbClr val="2D292D"/>
        </a:solidFill>
        <a:effectLst/>
      </p:bgPr>
    </p:bg>
    <p:spTree>
      <p:nvGrpSpPr>
        <p:cNvPr id="1" name=""/>
        <p:cNvGrpSpPr/>
        <p:nvPr/>
      </p:nvGrpSpPr>
      <p:grpSpPr>
        <a:xfrm>
          <a:off x="0" y="0"/>
          <a:ext cx="0" cy="0"/>
          <a:chOff x="0" y="0"/>
          <a:chExt cx="0" cy="0"/>
        </a:xfrm>
      </p:grpSpPr>
      <p:pic>
        <p:nvPicPr>
          <p:cNvPr id="443" name="pasted-image.pdf" descr="pasted-image.pdf"/>
          <p:cNvPicPr>
            <a:picLocks noChangeAspect="1"/>
          </p:cNvPicPr>
          <p:nvPr/>
        </p:nvPicPr>
        <p:blipFill>
          <a:blip r:embed="rId2"/>
          <a:stretch>
            <a:fillRect/>
          </a:stretch>
        </p:blipFill>
        <p:spPr>
          <a:xfrm>
            <a:off x="20889266" y="11972122"/>
            <a:ext cx="2300024" cy="972288"/>
          </a:xfrm>
          <a:prstGeom prst="rect">
            <a:avLst/>
          </a:prstGeom>
          <a:ln w="12700">
            <a:miter lim="400000"/>
          </a:ln>
        </p:spPr>
      </p:pic>
      <p:sp>
        <p:nvSpPr>
          <p:cNvPr id="444" name="Vorm"/>
          <p:cNvSpPr/>
          <p:nvPr/>
        </p:nvSpPr>
        <p:spPr>
          <a:xfrm>
            <a:off x="-2084077" y="-1796402"/>
            <a:ext cx="7659782" cy="7659606"/>
          </a:xfrm>
          <a:custGeom>
            <a:avLst/>
            <a:gdLst/>
            <a:ahLst/>
            <a:cxnLst>
              <a:cxn ang="0">
                <a:pos x="wd2" y="hd2"/>
              </a:cxn>
              <a:cxn ang="5400000">
                <a:pos x="wd2" y="hd2"/>
              </a:cxn>
              <a:cxn ang="10800000">
                <a:pos x="wd2" y="hd2"/>
              </a:cxn>
              <a:cxn ang="16200000">
                <a:pos x="wd2" y="hd2"/>
              </a:cxn>
            </a:cxnLst>
            <a:rect l="0" t="0" r="r" b="b"/>
            <a:pathLst>
              <a:path w="19679" h="20595" extrusionOk="0">
                <a:moveTo>
                  <a:pt x="9839" y="0"/>
                </a:moveTo>
                <a:cubicBezTo>
                  <a:pt x="7321" y="0"/>
                  <a:pt x="4803" y="1005"/>
                  <a:pt x="2881" y="3016"/>
                </a:cubicBezTo>
                <a:cubicBezTo>
                  <a:pt x="-961" y="7037"/>
                  <a:pt x="-961" y="13557"/>
                  <a:pt x="2881" y="17579"/>
                </a:cubicBezTo>
                <a:cubicBezTo>
                  <a:pt x="6724" y="21600"/>
                  <a:pt x="12954" y="21600"/>
                  <a:pt x="16797" y="17579"/>
                </a:cubicBezTo>
                <a:cubicBezTo>
                  <a:pt x="20639" y="13557"/>
                  <a:pt x="20639" y="7037"/>
                  <a:pt x="16797" y="3016"/>
                </a:cubicBezTo>
                <a:cubicBezTo>
                  <a:pt x="14875" y="1005"/>
                  <a:pt x="12357" y="0"/>
                  <a:pt x="9839" y="0"/>
                </a:cubicBezTo>
                <a:close/>
                <a:moveTo>
                  <a:pt x="9839" y="4874"/>
                </a:moveTo>
                <a:cubicBezTo>
                  <a:pt x="11165" y="4874"/>
                  <a:pt x="12491" y="5404"/>
                  <a:pt x="13503" y="6462"/>
                </a:cubicBezTo>
                <a:cubicBezTo>
                  <a:pt x="15527" y="8580"/>
                  <a:pt x="15527" y="12014"/>
                  <a:pt x="13503" y="14132"/>
                </a:cubicBezTo>
                <a:cubicBezTo>
                  <a:pt x="11479" y="16250"/>
                  <a:pt x="8199" y="16250"/>
                  <a:pt x="6175" y="14132"/>
                </a:cubicBezTo>
                <a:cubicBezTo>
                  <a:pt x="4151" y="12014"/>
                  <a:pt x="4151" y="8580"/>
                  <a:pt x="6175" y="6462"/>
                </a:cubicBezTo>
                <a:cubicBezTo>
                  <a:pt x="7187" y="5404"/>
                  <a:pt x="8513" y="4874"/>
                  <a:pt x="9839" y="4874"/>
                </a:cubicBezTo>
                <a:close/>
              </a:path>
            </a:pathLst>
          </a:custGeom>
          <a:solidFill>
            <a:srgbClr val="FFFFFF">
              <a:alpha val="6338"/>
            </a:srgbClr>
          </a:solidFill>
          <a:ln w="12700">
            <a:miter lim="400000"/>
          </a:ln>
        </p:spPr>
        <p:txBody>
          <a:bodyPr lIns="50800" tIns="50800" rIns="50800" bIns="50800" anchor="ctr"/>
          <a:lstStyle/>
          <a:p>
            <a:pPr defTabSz="825500">
              <a:defRPr sz="3200" b="1">
                <a:solidFill>
                  <a:srgbClr val="FFFFFF"/>
                </a:solidFill>
              </a:defRPr>
            </a:pPr>
            <a:endParaRPr/>
          </a:p>
        </p:txBody>
      </p:sp>
      <p:sp>
        <p:nvSpPr>
          <p:cNvPr id="445" name="facts &amp; figures"/>
          <p:cNvSpPr txBox="1">
            <a:spLocks noGrp="1"/>
          </p:cNvSpPr>
          <p:nvPr>
            <p:ph type="body" sz="quarter" idx="21"/>
          </p:nvPr>
        </p:nvSpPr>
        <p:spPr>
          <a:xfrm>
            <a:off x="2205419" y="1633351"/>
            <a:ext cx="3544046" cy="800101"/>
          </a:xfrm>
          <a:prstGeom prst="rect">
            <a:avLst/>
          </a:prstGeom>
        </p:spPr>
        <p:txBody>
          <a:bodyPr wrap="none">
            <a:spAutoFit/>
          </a:bodyPr>
          <a:lstStyle/>
          <a:p>
            <a:pPr lvl="1" indent="0" defTabSz="2438338">
              <a:lnSpc>
                <a:spcPct val="80000"/>
              </a:lnSpc>
              <a:defRPr sz="4000" spc="-199">
                <a:solidFill>
                  <a:srgbClr val="FFFFFF"/>
                </a:solidFill>
                <a:latin typeface="OpenSans-Extrabold"/>
                <a:ea typeface="OpenSans-Extrabold"/>
                <a:cs typeface="OpenSans-Extrabold"/>
                <a:sym typeface="OpenSans-Extrabold"/>
              </a:defRPr>
            </a:pPr>
            <a:r>
              <a:t>facts &amp; figures</a:t>
            </a:r>
          </a:p>
        </p:txBody>
      </p:sp>
      <p:sp>
        <p:nvSpPr>
          <p:cNvPr id="446" name="Let’s create positive impact…"/>
          <p:cNvSpPr txBox="1">
            <a:spLocks noGrp="1"/>
          </p:cNvSpPr>
          <p:nvPr>
            <p:ph type="body" sz="quarter" idx="22"/>
          </p:nvPr>
        </p:nvSpPr>
        <p:spPr>
          <a:xfrm>
            <a:off x="2212311" y="2544943"/>
            <a:ext cx="9332036" cy="3027681"/>
          </a:xfrm>
          <a:prstGeom prst="rect">
            <a:avLst/>
          </a:prstGeom>
        </p:spPr>
        <p:txBody>
          <a:bodyPr>
            <a:spAutoFit/>
          </a:bodyPr>
          <a:lstStyle/>
          <a:p>
            <a:pPr lvl="1" indent="0" defTabSz="2438338">
              <a:lnSpc>
                <a:spcPct val="70000"/>
              </a:lnSpc>
              <a:defRPr sz="7000" spc="-349">
                <a:solidFill>
                  <a:srgbClr val="C7BCAA"/>
                </a:solidFill>
                <a:latin typeface="OpenSans-Extrabold"/>
                <a:ea typeface="OpenSans-Extrabold"/>
                <a:cs typeface="OpenSans-Extrabold"/>
                <a:sym typeface="OpenSans-Extrabold"/>
              </a:defRPr>
            </a:pPr>
            <a:r>
              <a:t>Let’s create positive impact </a:t>
            </a:r>
          </a:p>
          <a:p>
            <a:pPr lvl="1" indent="0" defTabSz="2438338">
              <a:lnSpc>
                <a:spcPct val="70000"/>
              </a:lnSpc>
              <a:defRPr sz="7000" spc="-349">
                <a:solidFill>
                  <a:srgbClr val="C7BCAA"/>
                </a:solidFill>
                <a:latin typeface="OpenSans-Extrabold"/>
                <a:ea typeface="OpenSans-Extrabold"/>
                <a:cs typeface="OpenSans-Extrabold"/>
                <a:sym typeface="OpenSans-Extrabold"/>
              </a:defRPr>
            </a:pPr>
            <a:r>
              <a:t>together</a:t>
            </a:r>
          </a:p>
        </p:txBody>
      </p:sp>
      <p:sp>
        <p:nvSpPr>
          <p:cNvPr id="447" name="The way we work together. We are Innovadis and we guide and accompany you on the technical journey to positive impact. Step-by-step. Not only do we have decades of experience on this journey, we also have the skills to get to your destination. We eat imp"/>
          <p:cNvSpPr txBox="1">
            <a:spLocks noGrp="1"/>
          </p:cNvSpPr>
          <p:nvPr>
            <p:ph type="body" sz="quarter" idx="23"/>
          </p:nvPr>
        </p:nvSpPr>
        <p:spPr>
          <a:xfrm>
            <a:off x="2229773" y="6864816"/>
            <a:ext cx="6729972" cy="3736341"/>
          </a:xfrm>
          <a:prstGeom prst="rect">
            <a:avLst/>
          </a:prstGeom>
        </p:spPr>
        <p:txBody>
          <a:bodyPr>
            <a:spAutoFit/>
          </a:bodyPr>
          <a:lstStyle/>
          <a:p>
            <a:pPr>
              <a:lnSpc>
                <a:spcPct val="160000"/>
              </a:lnSpc>
              <a:defRPr sz="2000" b="0">
                <a:solidFill>
                  <a:srgbClr val="FFFFFF"/>
                </a:solidFill>
                <a:latin typeface="Open Sans"/>
                <a:ea typeface="Open Sans"/>
                <a:cs typeface="Open Sans"/>
                <a:sym typeface="Open Sans"/>
              </a:defRPr>
            </a:pPr>
            <a:r>
              <a:rPr b="1"/>
              <a:t>The way we work together.</a:t>
            </a:r>
            <a:r>
              <a:t> We are Innovadis and we guide and accompany you on the technical journey to positive impact. Step-by-step. Not only do we have decades of experience on this journey, we also have the skills to get to your destination. We eat impossible puzzles for breakfast and come up with useful solutions to bigger problems every day. Sometimes just for fun.</a:t>
            </a:r>
          </a:p>
        </p:txBody>
      </p:sp>
      <p:sp>
        <p:nvSpPr>
          <p:cNvPr id="448" name="Dia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x">
  <p:cSld name="Bullet points with photos">
    <p:spTree>
      <p:nvGrpSpPr>
        <p:cNvPr id="1" name=""/>
        <p:cNvGrpSpPr/>
        <p:nvPr/>
      </p:nvGrpSpPr>
      <p:grpSpPr>
        <a:xfrm>
          <a:off x="0" y="0"/>
          <a:ext cx="0" cy="0"/>
          <a:chOff x="0" y="0"/>
          <a:chExt cx="0" cy="0"/>
        </a:xfrm>
      </p:grpSpPr>
      <p:grpSp>
        <p:nvGrpSpPr>
          <p:cNvPr id="458" name="Group 11"/>
          <p:cNvGrpSpPr/>
          <p:nvPr/>
        </p:nvGrpSpPr>
        <p:grpSpPr>
          <a:xfrm>
            <a:off x="2209800" y="-1250524"/>
            <a:ext cx="19888201" cy="419252"/>
            <a:chOff x="0" y="0"/>
            <a:chExt cx="19888199" cy="419251"/>
          </a:xfrm>
        </p:grpSpPr>
        <p:sp>
          <p:nvSpPr>
            <p:cNvPr id="455" name="Rectangle 7"/>
            <p:cNvSpPr/>
            <p:nvPr/>
          </p:nvSpPr>
          <p:spPr>
            <a:xfrm>
              <a:off x="0" y="1"/>
              <a:ext cx="6629401" cy="419251"/>
            </a:xfrm>
            <a:prstGeom prst="rect">
              <a:avLst/>
            </a:prstGeom>
            <a:solidFill>
              <a:srgbClr val="2E282C"/>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Verdana"/>
                  <a:ea typeface="Verdana"/>
                  <a:cs typeface="Verdana"/>
                  <a:sym typeface="Verdana"/>
                </a:defRPr>
              </a:pPr>
              <a:endParaRPr/>
            </a:p>
          </p:txBody>
        </p:sp>
        <p:sp>
          <p:nvSpPr>
            <p:cNvPr id="456" name="Rectangle 8"/>
            <p:cNvSpPr/>
            <p:nvPr/>
          </p:nvSpPr>
          <p:spPr>
            <a:xfrm>
              <a:off x="6629400" y="0"/>
              <a:ext cx="6629400" cy="419250"/>
            </a:xfrm>
            <a:prstGeom prst="rect">
              <a:avLst/>
            </a:prstGeom>
            <a:solidFill>
              <a:srgbClr val="4D7887"/>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Verdana"/>
                  <a:ea typeface="Verdana"/>
                  <a:cs typeface="Verdana"/>
                  <a:sym typeface="Verdana"/>
                </a:defRPr>
              </a:pPr>
              <a:endParaRPr/>
            </a:p>
          </p:txBody>
        </p:sp>
        <p:sp>
          <p:nvSpPr>
            <p:cNvPr id="457" name="Rectangle 9"/>
            <p:cNvSpPr/>
            <p:nvPr/>
          </p:nvSpPr>
          <p:spPr>
            <a:xfrm>
              <a:off x="13258800" y="0"/>
              <a:ext cx="6629400" cy="419250"/>
            </a:xfrm>
            <a:prstGeom prst="rect">
              <a:avLst/>
            </a:prstGeom>
            <a:solidFill>
              <a:srgbClr val="C2B39E"/>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Verdana"/>
                  <a:ea typeface="Verdana"/>
                  <a:cs typeface="Verdana"/>
                  <a:sym typeface="Verdana"/>
                </a:defRPr>
              </a:pPr>
              <a:endParaRPr/>
            </a:p>
          </p:txBody>
        </p:sp>
      </p:grpSp>
      <p:pic>
        <p:nvPicPr>
          <p:cNvPr id="459" name="Picture 10" descr="Picture 10"/>
          <p:cNvPicPr>
            <a:picLocks noChangeAspect="1"/>
          </p:cNvPicPr>
          <p:nvPr/>
        </p:nvPicPr>
        <p:blipFill>
          <a:blip r:embed="rId2"/>
          <a:stretch>
            <a:fillRect/>
          </a:stretch>
        </p:blipFill>
        <p:spPr>
          <a:xfrm>
            <a:off x="19541447" y="11571274"/>
            <a:ext cx="2632753" cy="1120011"/>
          </a:xfrm>
          <a:prstGeom prst="rect">
            <a:avLst/>
          </a:prstGeom>
          <a:ln w="12700">
            <a:miter lim="400000"/>
          </a:ln>
        </p:spPr>
      </p:pic>
      <p:grpSp>
        <p:nvGrpSpPr>
          <p:cNvPr id="463" name="Group 3"/>
          <p:cNvGrpSpPr/>
          <p:nvPr/>
        </p:nvGrpSpPr>
        <p:grpSpPr>
          <a:xfrm>
            <a:off x="2209800" y="15316252"/>
            <a:ext cx="19888201" cy="419253"/>
            <a:chOff x="0" y="0"/>
            <a:chExt cx="19888199" cy="419251"/>
          </a:xfrm>
        </p:grpSpPr>
        <p:sp>
          <p:nvSpPr>
            <p:cNvPr id="460" name="Rectangle 6"/>
            <p:cNvSpPr/>
            <p:nvPr/>
          </p:nvSpPr>
          <p:spPr>
            <a:xfrm>
              <a:off x="0" y="1"/>
              <a:ext cx="6629401" cy="419251"/>
            </a:xfrm>
            <a:prstGeom prst="rect">
              <a:avLst/>
            </a:prstGeom>
            <a:solidFill>
              <a:srgbClr val="FFFFFF"/>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Verdana"/>
                  <a:ea typeface="Verdana"/>
                  <a:cs typeface="Verdana"/>
                  <a:sym typeface="Verdana"/>
                </a:defRPr>
              </a:pPr>
              <a:endParaRPr/>
            </a:p>
          </p:txBody>
        </p:sp>
        <p:sp>
          <p:nvSpPr>
            <p:cNvPr id="461" name="Rectangle 12"/>
            <p:cNvSpPr/>
            <p:nvPr/>
          </p:nvSpPr>
          <p:spPr>
            <a:xfrm>
              <a:off x="6629400" y="0"/>
              <a:ext cx="6629400" cy="419250"/>
            </a:xfrm>
            <a:prstGeom prst="rect">
              <a:avLst/>
            </a:prstGeom>
            <a:solidFill>
              <a:srgbClr val="CF5144"/>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Verdana"/>
                  <a:ea typeface="Verdana"/>
                  <a:cs typeface="Verdana"/>
                  <a:sym typeface="Verdana"/>
                </a:defRPr>
              </a:pPr>
              <a:endParaRPr/>
            </a:p>
          </p:txBody>
        </p:sp>
        <p:sp>
          <p:nvSpPr>
            <p:cNvPr id="462" name="Rectangle 13"/>
            <p:cNvSpPr/>
            <p:nvPr/>
          </p:nvSpPr>
          <p:spPr>
            <a:xfrm>
              <a:off x="13258800" y="0"/>
              <a:ext cx="6629400" cy="419250"/>
            </a:xfrm>
            <a:prstGeom prst="rect">
              <a:avLst/>
            </a:prstGeom>
            <a:solidFill>
              <a:srgbClr val="C19F44"/>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Verdana"/>
                  <a:ea typeface="Verdana"/>
                  <a:cs typeface="Verdana"/>
                  <a:sym typeface="Verdana"/>
                </a:defRPr>
              </a:pPr>
              <a:endParaRPr/>
            </a:p>
          </p:txBody>
        </p:sp>
      </p:grpSp>
      <p:sp>
        <p:nvSpPr>
          <p:cNvPr id="464" name="Titeltekst"/>
          <p:cNvSpPr txBox="1">
            <a:spLocks noGrp="1"/>
          </p:cNvSpPr>
          <p:nvPr>
            <p:ph type="title"/>
          </p:nvPr>
        </p:nvSpPr>
        <p:spPr>
          <a:xfrm>
            <a:off x="10162517" y="2749350"/>
            <a:ext cx="10671913" cy="2244913"/>
          </a:xfrm>
          <a:prstGeom prst="rect">
            <a:avLst/>
          </a:prstGeom>
        </p:spPr>
        <p:txBody>
          <a:bodyPr lIns="0" tIns="0" rIns="0" bIns="0" anchor="t"/>
          <a:lstStyle>
            <a:lvl1pPr defTabSz="1828800">
              <a:lnSpc>
                <a:spcPct val="90000"/>
              </a:lnSpc>
              <a:defRPr sz="9600" spc="-600">
                <a:solidFill>
                  <a:srgbClr val="C2B39E"/>
                </a:solidFill>
                <a:latin typeface="Open Sans ExtraBold"/>
                <a:ea typeface="Open Sans ExtraBold"/>
                <a:cs typeface="Open Sans ExtraBold"/>
                <a:sym typeface="Open Sans ExtraBold"/>
              </a:defRPr>
            </a:lvl1pPr>
          </a:lstStyle>
          <a:p>
            <a:r>
              <a:t>Titeltekst</a:t>
            </a:r>
          </a:p>
        </p:txBody>
      </p:sp>
      <p:sp>
        <p:nvSpPr>
          <p:cNvPr id="465" name="Hoofdtekst - niveau één…"/>
          <p:cNvSpPr txBox="1">
            <a:spLocks noGrp="1"/>
          </p:cNvSpPr>
          <p:nvPr>
            <p:ph type="body" sz="quarter" idx="1" hasCustomPrompt="1"/>
          </p:nvPr>
        </p:nvSpPr>
        <p:spPr>
          <a:xfrm>
            <a:off x="10162522" y="1401095"/>
            <a:ext cx="6328185" cy="1038289"/>
          </a:xfrm>
          <a:prstGeom prst="rect">
            <a:avLst/>
          </a:prstGeom>
        </p:spPr>
        <p:txBody>
          <a:bodyPr lIns="0" tIns="0" rIns="0" bIns="0"/>
          <a:lstStyle>
            <a:lvl1pPr defTabSz="1828800">
              <a:lnSpc>
                <a:spcPct val="150000"/>
              </a:lnSpc>
              <a:spcBef>
                <a:spcPts val="2000"/>
              </a:spcBef>
              <a:defRPr sz="4800" spc="-300">
                <a:solidFill>
                  <a:srgbClr val="FFFFFF"/>
                </a:solidFill>
                <a:latin typeface="Open Sans"/>
                <a:ea typeface="Open Sans"/>
                <a:cs typeface="Open Sans"/>
                <a:sym typeface="Open Sans"/>
              </a:defRPr>
            </a:lvl1pPr>
            <a:lvl2pPr defTabSz="1828800">
              <a:lnSpc>
                <a:spcPct val="150000"/>
              </a:lnSpc>
              <a:spcBef>
                <a:spcPts val="2000"/>
              </a:spcBef>
              <a:defRPr sz="4800" spc="-300">
                <a:solidFill>
                  <a:srgbClr val="FFFFFF"/>
                </a:solidFill>
                <a:latin typeface="Open Sans"/>
                <a:ea typeface="Open Sans"/>
                <a:cs typeface="Open Sans"/>
                <a:sym typeface="Open Sans"/>
              </a:defRPr>
            </a:lvl2pPr>
            <a:lvl3pPr defTabSz="1828800">
              <a:lnSpc>
                <a:spcPct val="150000"/>
              </a:lnSpc>
              <a:spcBef>
                <a:spcPts val="2000"/>
              </a:spcBef>
              <a:defRPr sz="4800" spc="-300">
                <a:solidFill>
                  <a:srgbClr val="FFFFFF"/>
                </a:solidFill>
                <a:latin typeface="Open Sans"/>
                <a:ea typeface="Open Sans"/>
                <a:cs typeface="Open Sans"/>
                <a:sym typeface="Open Sans"/>
              </a:defRPr>
            </a:lvl3pPr>
            <a:lvl4pPr defTabSz="1828800">
              <a:lnSpc>
                <a:spcPct val="150000"/>
              </a:lnSpc>
              <a:spcBef>
                <a:spcPts val="2000"/>
              </a:spcBef>
              <a:defRPr sz="4800" spc="-300">
                <a:solidFill>
                  <a:srgbClr val="FFFFFF"/>
                </a:solidFill>
                <a:latin typeface="Open Sans"/>
                <a:ea typeface="Open Sans"/>
                <a:cs typeface="Open Sans"/>
                <a:sym typeface="Open Sans"/>
              </a:defRPr>
            </a:lvl4pPr>
            <a:lvl5pPr defTabSz="1828800">
              <a:lnSpc>
                <a:spcPct val="150000"/>
              </a:lnSpc>
              <a:spcBef>
                <a:spcPts val="2000"/>
              </a:spcBef>
              <a:defRPr sz="4800" spc="-300">
                <a:solidFill>
                  <a:srgbClr val="FFFFFF"/>
                </a:solidFill>
                <a:latin typeface="Open Sans"/>
                <a:ea typeface="Open Sans"/>
                <a:cs typeface="Open Sans"/>
                <a:sym typeface="Open Sans"/>
              </a:defRPr>
            </a:lvl5pPr>
          </a:lstStyle>
          <a:p>
            <a:r>
              <a:t>Master subtitle style</a:t>
            </a:r>
          </a:p>
          <a:p>
            <a:pPr lvl="1"/>
            <a:endParaRPr/>
          </a:p>
          <a:p>
            <a:pPr lvl="2"/>
            <a:endParaRPr/>
          </a:p>
          <a:p>
            <a:pPr lvl="3"/>
            <a:endParaRPr/>
          </a:p>
          <a:p>
            <a:pPr lvl="4"/>
            <a:endParaRPr/>
          </a:p>
        </p:txBody>
      </p:sp>
      <p:sp>
        <p:nvSpPr>
          <p:cNvPr id="466" name="Text Placeholder 2"/>
          <p:cNvSpPr>
            <a:spLocks noGrp="1"/>
          </p:cNvSpPr>
          <p:nvPr>
            <p:ph type="body" sz="half" idx="21" hasCustomPrompt="1"/>
          </p:nvPr>
        </p:nvSpPr>
        <p:spPr>
          <a:xfrm>
            <a:off x="10162517" y="6223000"/>
            <a:ext cx="10623219" cy="6502400"/>
          </a:xfrm>
          <a:prstGeom prst="rect">
            <a:avLst/>
          </a:prstGeom>
        </p:spPr>
        <p:txBody>
          <a:bodyPr lIns="0" tIns="0" rIns="0" bIns="0"/>
          <a:lstStyle/>
          <a:p>
            <a:pPr marL="460376" lvl="1" indent="-460376" defTabSz="1828800">
              <a:lnSpc>
                <a:spcPct val="150000"/>
              </a:lnSpc>
              <a:spcBef>
                <a:spcPts val="1000"/>
              </a:spcBef>
              <a:buClr>
                <a:srgbClr val="C19F44"/>
              </a:buClr>
              <a:buSzPct val="100000"/>
              <a:buFont typeface="Courier New"/>
              <a:buChar char="o"/>
              <a:defRPr sz="4800" b="0">
                <a:solidFill>
                  <a:srgbClr val="FFFFFF"/>
                </a:solidFill>
                <a:latin typeface="Open Sans"/>
                <a:ea typeface="Open Sans"/>
                <a:cs typeface="Open Sans"/>
                <a:sym typeface="Open Sans"/>
              </a:defRPr>
            </a:pPr>
            <a:r>
              <a:t>Second level
Third level
Fourth level
Fifth level</a:t>
            </a:r>
          </a:p>
        </p:txBody>
      </p:sp>
      <p:sp>
        <p:nvSpPr>
          <p:cNvPr id="467" name="Picture Placeholder 4"/>
          <p:cNvSpPr>
            <a:spLocks noGrp="1"/>
          </p:cNvSpPr>
          <p:nvPr>
            <p:ph type="pic" sz="half" idx="22"/>
          </p:nvPr>
        </p:nvSpPr>
        <p:spPr>
          <a:xfrm>
            <a:off x="0" y="0"/>
            <a:ext cx="9179170" cy="13716000"/>
          </a:xfrm>
          <a:prstGeom prst="rect">
            <a:avLst/>
          </a:prstGeom>
        </p:spPr>
        <p:txBody>
          <a:bodyPr lIns="91439" tIns="45719" rIns="91439" bIns="45719">
            <a:noAutofit/>
          </a:bodyPr>
          <a:lstStyle/>
          <a:p>
            <a:endParaRPr/>
          </a:p>
        </p:txBody>
      </p:sp>
      <p:sp>
        <p:nvSpPr>
          <p:cNvPr id="468" name="Dianummer"/>
          <p:cNvSpPr txBox="1">
            <a:spLocks noGrp="1"/>
          </p:cNvSpPr>
          <p:nvPr>
            <p:ph type="sldNum" sz="quarter" idx="2"/>
          </p:nvPr>
        </p:nvSpPr>
        <p:spPr>
          <a:xfrm>
            <a:off x="11785600" y="12344400"/>
            <a:ext cx="5689600" cy="736601"/>
          </a:xfrm>
          <a:prstGeom prst="rect">
            <a:avLst/>
          </a:prstGeom>
        </p:spPr>
        <p:txBody>
          <a:bodyPr lIns="91439" tIns="91439" rIns="91439" bIns="91439" anchor="ctr"/>
          <a:lstStyle>
            <a:lvl1pPr algn="r" defTabSz="1828800">
              <a:defRPr sz="2400">
                <a:solidFill>
                  <a:srgbClr val="2E282C"/>
                </a:solidFill>
                <a:latin typeface="Verdana"/>
                <a:ea typeface="Verdana"/>
                <a:cs typeface="Verdana"/>
                <a:sym typeface="Verdana"/>
              </a:defRPr>
            </a:lvl1pPr>
          </a:lstStyle>
          <a:p>
            <a:fld id="{86CB4B4D-7CA3-9044-876B-883B54F8677D}" type="slidenum">
              <a:t>‹#›</a:t>
            </a:fld>
            <a:endParaRPr/>
          </a:p>
        </p:txBody>
      </p:sp>
    </p:spTree>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x">
  <p:cSld name="Title and Content 2">
    <p:spTree>
      <p:nvGrpSpPr>
        <p:cNvPr id="1" name=""/>
        <p:cNvGrpSpPr/>
        <p:nvPr/>
      </p:nvGrpSpPr>
      <p:grpSpPr>
        <a:xfrm>
          <a:off x="0" y="0"/>
          <a:ext cx="0" cy="0"/>
          <a:chOff x="0" y="0"/>
          <a:chExt cx="0" cy="0"/>
        </a:xfrm>
      </p:grpSpPr>
      <p:grpSp>
        <p:nvGrpSpPr>
          <p:cNvPr id="478" name="Group 11"/>
          <p:cNvGrpSpPr/>
          <p:nvPr/>
        </p:nvGrpSpPr>
        <p:grpSpPr>
          <a:xfrm>
            <a:off x="2209800" y="-1250524"/>
            <a:ext cx="19888201" cy="419252"/>
            <a:chOff x="0" y="0"/>
            <a:chExt cx="19888199" cy="419251"/>
          </a:xfrm>
        </p:grpSpPr>
        <p:sp>
          <p:nvSpPr>
            <p:cNvPr id="475" name="Rectangle 7"/>
            <p:cNvSpPr/>
            <p:nvPr/>
          </p:nvSpPr>
          <p:spPr>
            <a:xfrm>
              <a:off x="0" y="1"/>
              <a:ext cx="6629401" cy="419251"/>
            </a:xfrm>
            <a:prstGeom prst="rect">
              <a:avLst/>
            </a:prstGeom>
            <a:solidFill>
              <a:srgbClr val="2E282C"/>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Verdana"/>
                  <a:ea typeface="Verdana"/>
                  <a:cs typeface="Verdana"/>
                  <a:sym typeface="Verdana"/>
                </a:defRPr>
              </a:pPr>
              <a:endParaRPr/>
            </a:p>
          </p:txBody>
        </p:sp>
        <p:sp>
          <p:nvSpPr>
            <p:cNvPr id="476" name="Rectangle 8"/>
            <p:cNvSpPr/>
            <p:nvPr/>
          </p:nvSpPr>
          <p:spPr>
            <a:xfrm>
              <a:off x="6629400" y="0"/>
              <a:ext cx="6629400" cy="419250"/>
            </a:xfrm>
            <a:prstGeom prst="rect">
              <a:avLst/>
            </a:prstGeom>
            <a:solidFill>
              <a:srgbClr val="4D7887"/>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Verdana"/>
                  <a:ea typeface="Verdana"/>
                  <a:cs typeface="Verdana"/>
                  <a:sym typeface="Verdana"/>
                </a:defRPr>
              </a:pPr>
              <a:endParaRPr/>
            </a:p>
          </p:txBody>
        </p:sp>
        <p:sp>
          <p:nvSpPr>
            <p:cNvPr id="477" name="Rectangle 9"/>
            <p:cNvSpPr/>
            <p:nvPr/>
          </p:nvSpPr>
          <p:spPr>
            <a:xfrm>
              <a:off x="13258800" y="0"/>
              <a:ext cx="6629400" cy="419250"/>
            </a:xfrm>
            <a:prstGeom prst="rect">
              <a:avLst/>
            </a:prstGeom>
            <a:solidFill>
              <a:srgbClr val="C2B39E"/>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Verdana"/>
                  <a:ea typeface="Verdana"/>
                  <a:cs typeface="Verdana"/>
                  <a:sym typeface="Verdana"/>
                </a:defRPr>
              </a:pPr>
              <a:endParaRPr/>
            </a:p>
          </p:txBody>
        </p:sp>
      </p:grpSp>
      <p:pic>
        <p:nvPicPr>
          <p:cNvPr id="479" name="Picture 10" descr="Picture 10"/>
          <p:cNvPicPr>
            <a:picLocks noChangeAspect="1"/>
          </p:cNvPicPr>
          <p:nvPr/>
        </p:nvPicPr>
        <p:blipFill>
          <a:blip r:embed="rId2"/>
          <a:stretch>
            <a:fillRect/>
          </a:stretch>
        </p:blipFill>
        <p:spPr>
          <a:xfrm>
            <a:off x="19541447" y="11571274"/>
            <a:ext cx="2632753" cy="1120011"/>
          </a:xfrm>
          <a:prstGeom prst="rect">
            <a:avLst/>
          </a:prstGeom>
          <a:ln w="12700">
            <a:miter lim="400000"/>
          </a:ln>
        </p:spPr>
      </p:pic>
      <p:grpSp>
        <p:nvGrpSpPr>
          <p:cNvPr id="483" name="Group 3"/>
          <p:cNvGrpSpPr/>
          <p:nvPr/>
        </p:nvGrpSpPr>
        <p:grpSpPr>
          <a:xfrm>
            <a:off x="2209800" y="15316252"/>
            <a:ext cx="19888201" cy="419253"/>
            <a:chOff x="0" y="0"/>
            <a:chExt cx="19888199" cy="419251"/>
          </a:xfrm>
        </p:grpSpPr>
        <p:sp>
          <p:nvSpPr>
            <p:cNvPr id="480" name="Rectangle 6"/>
            <p:cNvSpPr/>
            <p:nvPr/>
          </p:nvSpPr>
          <p:spPr>
            <a:xfrm>
              <a:off x="0" y="1"/>
              <a:ext cx="6629401" cy="419251"/>
            </a:xfrm>
            <a:prstGeom prst="rect">
              <a:avLst/>
            </a:prstGeom>
            <a:solidFill>
              <a:srgbClr val="FFFFFF"/>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Verdana"/>
                  <a:ea typeface="Verdana"/>
                  <a:cs typeface="Verdana"/>
                  <a:sym typeface="Verdana"/>
                </a:defRPr>
              </a:pPr>
              <a:endParaRPr/>
            </a:p>
          </p:txBody>
        </p:sp>
        <p:sp>
          <p:nvSpPr>
            <p:cNvPr id="481" name="Rectangle 12"/>
            <p:cNvSpPr/>
            <p:nvPr/>
          </p:nvSpPr>
          <p:spPr>
            <a:xfrm>
              <a:off x="6629400" y="0"/>
              <a:ext cx="6629400" cy="419250"/>
            </a:xfrm>
            <a:prstGeom prst="rect">
              <a:avLst/>
            </a:prstGeom>
            <a:solidFill>
              <a:srgbClr val="CF5144"/>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Verdana"/>
                  <a:ea typeface="Verdana"/>
                  <a:cs typeface="Verdana"/>
                  <a:sym typeface="Verdana"/>
                </a:defRPr>
              </a:pPr>
              <a:endParaRPr/>
            </a:p>
          </p:txBody>
        </p:sp>
        <p:sp>
          <p:nvSpPr>
            <p:cNvPr id="482" name="Rectangle 13"/>
            <p:cNvSpPr/>
            <p:nvPr/>
          </p:nvSpPr>
          <p:spPr>
            <a:xfrm>
              <a:off x="13258800" y="0"/>
              <a:ext cx="6629400" cy="419250"/>
            </a:xfrm>
            <a:prstGeom prst="rect">
              <a:avLst/>
            </a:prstGeom>
            <a:solidFill>
              <a:srgbClr val="C19F44"/>
            </a:solidFill>
            <a:ln w="12700" cap="flat">
              <a:noFill/>
              <a:miter lim="400000"/>
            </a:ln>
            <a:effectLst/>
          </p:spPr>
          <p:txBody>
            <a:bodyPr wrap="square" lIns="91439" tIns="91439" rIns="91439" bIns="91439" numCol="1" anchor="ctr">
              <a:noAutofit/>
            </a:bodyPr>
            <a:lstStyle/>
            <a:p>
              <a:pPr defTabSz="1828800">
                <a:defRPr sz="3600">
                  <a:solidFill>
                    <a:srgbClr val="FFFFFF"/>
                  </a:solidFill>
                  <a:latin typeface="Verdana"/>
                  <a:ea typeface="Verdana"/>
                  <a:cs typeface="Verdana"/>
                  <a:sym typeface="Verdana"/>
                </a:defRPr>
              </a:pPr>
              <a:endParaRPr/>
            </a:p>
          </p:txBody>
        </p:sp>
      </p:grpSp>
      <p:sp>
        <p:nvSpPr>
          <p:cNvPr id="484" name="Hoofdtekst - niveau één…"/>
          <p:cNvSpPr txBox="1">
            <a:spLocks noGrp="1"/>
          </p:cNvSpPr>
          <p:nvPr>
            <p:ph type="body" sz="half" idx="1" hasCustomPrompt="1"/>
          </p:nvPr>
        </p:nvSpPr>
        <p:spPr>
          <a:xfrm>
            <a:off x="10061088" y="762000"/>
            <a:ext cx="12036912" cy="9993825"/>
          </a:xfrm>
          <a:prstGeom prst="rect">
            <a:avLst/>
          </a:prstGeom>
        </p:spPr>
        <p:txBody>
          <a:bodyPr lIns="0" tIns="0" rIns="0" bIns="0"/>
          <a:lstStyle>
            <a:lvl1pPr defTabSz="1828800">
              <a:lnSpc>
                <a:spcPct val="150000"/>
              </a:lnSpc>
              <a:spcBef>
                <a:spcPts val="2000"/>
              </a:spcBef>
              <a:defRPr sz="5600">
                <a:solidFill>
                  <a:srgbClr val="808080"/>
                </a:solidFill>
                <a:latin typeface="Open Sans"/>
                <a:ea typeface="Open Sans"/>
                <a:cs typeface="Open Sans"/>
                <a:sym typeface="Open Sans"/>
              </a:defRPr>
            </a:lvl1pPr>
            <a:lvl2pPr marL="990600" indent="-533400" defTabSz="1828800">
              <a:lnSpc>
                <a:spcPct val="150000"/>
              </a:lnSpc>
              <a:spcBef>
                <a:spcPts val="2000"/>
              </a:spcBef>
              <a:buSzPct val="100000"/>
              <a:buChar char="o"/>
              <a:defRPr sz="5600">
                <a:solidFill>
                  <a:srgbClr val="808080"/>
                </a:solidFill>
                <a:latin typeface="Open Sans"/>
                <a:ea typeface="Open Sans"/>
                <a:cs typeface="Open Sans"/>
                <a:sym typeface="Open Sans"/>
              </a:defRPr>
            </a:lvl2pPr>
            <a:lvl3pPr marL="1554479" indent="-640079" defTabSz="1828800">
              <a:lnSpc>
                <a:spcPct val="150000"/>
              </a:lnSpc>
              <a:spcBef>
                <a:spcPts val="2000"/>
              </a:spcBef>
              <a:buSzPct val="100000"/>
              <a:buChar char="o"/>
              <a:defRPr sz="5600">
                <a:solidFill>
                  <a:srgbClr val="808080"/>
                </a:solidFill>
                <a:latin typeface="Open Sans"/>
                <a:ea typeface="Open Sans"/>
                <a:cs typeface="Open Sans"/>
                <a:sym typeface="Open Sans"/>
              </a:defRPr>
            </a:lvl3pPr>
            <a:lvl4pPr marL="2082800" indent="-711200" defTabSz="1828800">
              <a:lnSpc>
                <a:spcPct val="150000"/>
              </a:lnSpc>
              <a:spcBef>
                <a:spcPts val="2000"/>
              </a:spcBef>
              <a:buSzPct val="100000"/>
              <a:buChar char="o"/>
              <a:defRPr sz="5600">
                <a:solidFill>
                  <a:srgbClr val="808080"/>
                </a:solidFill>
                <a:latin typeface="Open Sans"/>
                <a:ea typeface="Open Sans"/>
                <a:cs typeface="Open Sans"/>
                <a:sym typeface="Open Sans"/>
              </a:defRPr>
            </a:lvl4pPr>
            <a:lvl5pPr marL="2540000" indent="-711200" defTabSz="1828800">
              <a:lnSpc>
                <a:spcPct val="150000"/>
              </a:lnSpc>
              <a:spcBef>
                <a:spcPts val="2000"/>
              </a:spcBef>
              <a:buSzPct val="100000"/>
              <a:buChar char="o"/>
              <a:defRPr sz="5600">
                <a:solidFill>
                  <a:srgbClr val="808080"/>
                </a:solidFill>
                <a:latin typeface="Open Sans"/>
                <a:ea typeface="Open Sans"/>
                <a:cs typeface="Open Sans"/>
                <a:sym typeface="Open Sans"/>
              </a:defRPr>
            </a:lvl5pPr>
          </a:lstStyle>
          <a:p>
            <a:r>
              <a:t>Add object</a:t>
            </a:r>
          </a:p>
          <a:p>
            <a:pPr lvl="1"/>
            <a:endParaRPr/>
          </a:p>
          <a:p>
            <a:pPr lvl="2"/>
            <a:endParaRPr/>
          </a:p>
          <a:p>
            <a:pPr lvl="3"/>
            <a:endParaRPr/>
          </a:p>
          <a:p>
            <a:pPr lvl="4"/>
            <a:endParaRPr/>
          </a:p>
        </p:txBody>
      </p:sp>
      <p:sp>
        <p:nvSpPr>
          <p:cNvPr id="485" name="Titeltekst"/>
          <p:cNvSpPr txBox="1">
            <a:spLocks noGrp="1"/>
          </p:cNvSpPr>
          <p:nvPr>
            <p:ph type="title"/>
          </p:nvPr>
        </p:nvSpPr>
        <p:spPr>
          <a:xfrm>
            <a:off x="2221127" y="2749350"/>
            <a:ext cx="7040007" cy="3981652"/>
          </a:xfrm>
          <a:prstGeom prst="rect">
            <a:avLst/>
          </a:prstGeom>
        </p:spPr>
        <p:txBody>
          <a:bodyPr lIns="0" tIns="0" rIns="0" bIns="0" anchor="t"/>
          <a:lstStyle>
            <a:lvl1pPr defTabSz="1828800">
              <a:lnSpc>
                <a:spcPct val="90000"/>
              </a:lnSpc>
              <a:defRPr sz="9600" spc="-600">
                <a:solidFill>
                  <a:srgbClr val="C2B39E"/>
                </a:solidFill>
                <a:latin typeface="Open Sans ExtraBold"/>
                <a:ea typeface="Open Sans ExtraBold"/>
                <a:cs typeface="Open Sans ExtraBold"/>
                <a:sym typeface="Open Sans ExtraBold"/>
              </a:defRPr>
            </a:lvl1pPr>
          </a:lstStyle>
          <a:p>
            <a:r>
              <a:t>Titeltekst</a:t>
            </a:r>
          </a:p>
        </p:txBody>
      </p:sp>
      <p:sp>
        <p:nvSpPr>
          <p:cNvPr id="486" name="Text Placeholder 8"/>
          <p:cNvSpPr>
            <a:spLocks noGrp="1"/>
          </p:cNvSpPr>
          <p:nvPr>
            <p:ph type="body" sz="quarter" idx="21"/>
          </p:nvPr>
        </p:nvSpPr>
        <p:spPr>
          <a:xfrm>
            <a:off x="2221129" y="6731000"/>
            <a:ext cx="7040003" cy="5994400"/>
          </a:xfrm>
          <a:prstGeom prst="rect">
            <a:avLst/>
          </a:prstGeom>
        </p:spPr>
        <p:txBody>
          <a:bodyPr lIns="0" tIns="0" rIns="0" bIns="0"/>
          <a:lstStyle/>
          <a:p>
            <a:pPr defTabSz="1828800">
              <a:lnSpc>
                <a:spcPct val="130000"/>
              </a:lnSpc>
              <a:spcBef>
                <a:spcPts val="2000"/>
              </a:spcBef>
              <a:defRPr sz="3600" b="0">
                <a:solidFill>
                  <a:srgbClr val="FFFFFF"/>
                </a:solidFill>
                <a:latin typeface="Open Sans"/>
                <a:ea typeface="Open Sans"/>
                <a:cs typeface="Open Sans"/>
                <a:sym typeface="Open Sans"/>
              </a:defRPr>
            </a:pPr>
            <a:endParaRPr/>
          </a:p>
        </p:txBody>
      </p:sp>
      <p:sp>
        <p:nvSpPr>
          <p:cNvPr id="487" name="Dianummer"/>
          <p:cNvSpPr txBox="1">
            <a:spLocks noGrp="1"/>
          </p:cNvSpPr>
          <p:nvPr>
            <p:ph type="sldNum" sz="quarter" idx="2"/>
          </p:nvPr>
        </p:nvSpPr>
        <p:spPr>
          <a:xfrm>
            <a:off x="11785600" y="12344400"/>
            <a:ext cx="5689600" cy="736601"/>
          </a:xfrm>
          <a:prstGeom prst="rect">
            <a:avLst/>
          </a:prstGeom>
        </p:spPr>
        <p:txBody>
          <a:bodyPr lIns="91439" tIns="91439" rIns="91439" bIns="91439" anchor="ctr"/>
          <a:lstStyle>
            <a:lvl1pPr algn="r" defTabSz="1828800">
              <a:defRPr sz="2400">
                <a:solidFill>
                  <a:srgbClr val="2E282C"/>
                </a:solidFill>
                <a:latin typeface="Verdana"/>
                <a:ea typeface="Verdana"/>
                <a:cs typeface="Verdana"/>
                <a:sym typeface="Verdana"/>
              </a:defRPr>
            </a:lvl1pPr>
          </a:lstStyle>
          <a:p>
            <a:fld id="{86CB4B4D-7CA3-9044-876B-883B54F8677D}" type="slidenum">
              <a:t>‹#›</a:t>
            </a:fld>
            <a:endParaRPr/>
          </a:p>
        </p:txBody>
      </p:sp>
    </p:spTree>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x">
  <p:cSld name="Logo slide">
    <p:bg>
      <p:bgPr>
        <a:solidFill>
          <a:srgbClr val="2D292D"/>
        </a:solidFill>
        <a:effectLst/>
      </p:bgPr>
    </p:bg>
    <p:spTree>
      <p:nvGrpSpPr>
        <p:cNvPr id="1" name=""/>
        <p:cNvGrpSpPr/>
        <p:nvPr/>
      </p:nvGrpSpPr>
      <p:grpSpPr>
        <a:xfrm>
          <a:off x="0" y="0"/>
          <a:ext cx="0" cy="0"/>
          <a:chOff x="0" y="0"/>
          <a:chExt cx="0" cy="0"/>
        </a:xfrm>
      </p:grpSpPr>
      <p:sp>
        <p:nvSpPr>
          <p:cNvPr id="494" name="Vorm"/>
          <p:cNvSpPr/>
          <p:nvPr/>
        </p:nvSpPr>
        <p:spPr>
          <a:xfrm>
            <a:off x="-2084078" y="-1796402"/>
            <a:ext cx="7659785" cy="7659422"/>
          </a:xfrm>
          <a:custGeom>
            <a:avLst/>
            <a:gdLst/>
            <a:ahLst/>
            <a:cxnLst>
              <a:cxn ang="0">
                <a:pos x="wd2" y="hd2"/>
              </a:cxn>
              <a:cxn ang="5400000">
                <a:pos x="wd2" y="hd2"/>
              </a:cxn>
              <a:cxn ang="10800000">
                <a:pos x="wd2" y="hd2"/>
              </a:cxn>
              <a:cxn ang="16200000">
                <a:pos x="wd2" y="hd2"/>
              </a:cxn>
            </a:cxnLst>
            <a:rect l="0" t="0" r="r" b="b"/>
            <a:pathLst>
              <a:path w="19679" h="20595" extrusionOk="0">
                <a:moveTo>
                  <a:pt x="9839" y="0"/>
                </a:moveTo>
                <a:cubicBezTo>
                  <a:pt x="7321" y="0"/>
                  <a:pt x="4803" y="1005"/>
                  <a:pt x="2881" y="3016"/>
                </a:cubicBezTo>
                <a:cubicBezTo>
                  <a:pt x="-961" y="7037"/>
                  <a:pt x="-961" y="13557"/>
                  <a:pt x="2881" y="17579"/>
                </a:cubicBezTo>
                <a:cubicBezTo>
                  <a:pt x="6724" y="21600"/>
                  <a:pt x="12954" y="21600"/>
                  <a:pt x="16797" y="17579"/>
                </a:cubicBezTo>
                <a:cubicBezTo>
                  <a:pt x="20639" y="13557"/>
                  <a:pt x="20639" y="7037"/>
                  <a:pt x="16797" y="3016"/>
                </a:cubicBezTo>
                <a:cubicBezTo>
                  <a:pt x="14875" y="1005"/>
                  <a:pt x="12357" y="0"/>
                  <a:pt x="9839" y="0"/>
                </a:cubicBezTo>
                <a:close/>
                <a:moveTo>
                  <a:pt x="9839" y="4874"/>
                </a:moveTo>
                <a:cubicBezTo>
                  <a:pt x="11165" y="4874"/>
                  <a:pt x="12491" y="5404"/>
                  <a:pt x="13503" y="6462"/>
                </a:cubicBezTo>
                <a:cubicBezTo>
                  <a:pt x="15527" y="8580"/>
                  <a:pt x="15527" y="12014"/>
                  <a:pt x="13503" y="14132"/>
                </a:cubicBezTo>
                <a:cubicBezTo>
                  <a:pt x="11479" y="16250"/>
                  <a:pt x="8199" y="16250"/>
                  <a:pt x="6175" y="14132"/>
                </a:cubicBezTo>
                <a:cubicBezTo>
                  <a:pt x="4151" y="12014"/>
                  <a:pt x="4151" y="8580"/>
                  <a:pt x="6175" y="6462"/>
                </a:cubicBezTo>
                <a:cubicBezTo>
                  <a:pt x="7187" y="5404"/>
                  <a:pt x="8513" y="4874"/>
                  <a:pt x="9839" y="4874"/>
                </a:cubicBezTo>
                <a:close/>
              </a:path>
            </a:pathLst>
          </a:custGeom>
          <a:solidFill>
            <a:srgbClr val="FFFFFF">
              <a:alpha val="6338"/>
            </a:srgbClr>
          </a:solidFill>
          <a:ln w="12700">
            <a:miter lim="400000"/>
          </a:ln>
        </p:spPr>
        <p:txBody>
          <a:bodyPr tIns="91439" bIns="91439" anchor="ctr"/>
          <a:lstStyle/>
          <a:p>
            <a:pPr algn="l" defTabSz="825500">
              <a:defRPr sz="3200" b="1">
                <a:solidFill>
                  <a:srgbClr val="FFFFFF"/>
                </a:solidFill>
                <a:latin typeface="Verdana"/>
                <a:ea typeface="Verdana"/>
                <a:cs typeface="Verdana"/>
                <a:sym typeface="Verdana"/>
              </a:defRPr>
            </a:pPr>
            <a:endParaRPr/>
          </a:p>
        </p:txBody>
      </p:sp>
      <p:pic>
        <p:nvPicPr>
          <p:cNvPr id="495" name="Afbeelding" descr="Afbeelding"/>
          <p:cNvPicPr>
            <a:picLocks noChangeAspect="1"/>
          </p:cNvPicPr>
          <p:nvPr/>
        </p:nvPicPr>
        <p:blipFill>
          <a:blip r:embed="rId2"/>
          <a:stretch>
            <a:fillRect/>
          </a:stretch>
        </p:blipFill>
        <p:spPr>
          <a:xfrm>
            <a:off x="20889266" y="11972121"/>
            <a:ext cx="2300024" cy="972291"/>
          </a:xfrm>
          <a:prstGeom prst="rect">
            <a:avLst/>
          </a:prstGeom>
          <a:ln w="12700">
            <a:miter lim="400000"/>
          </a:ln>
        </p:spPr>
      </p:pic>
      <p:sp>
        <p:nvSpPr>
          <p:cNvPr id="496" name="Hoofdtekst - niveau één…"/>
          <p:cNvSpPr txBox="1">
            <a:spLocks noGrp="1"/>
          </p:cNvSpPr>
          <p:nvPr>
            <p:ph type="body" sz="quarter" idx="1"/>
          </p:nvPr>
        </p:nvSpPr>
        <p:spPr>
          <a:xfrm>
            <a:off x="2205420" y="1633352"/>
            <a:ext cx="2631384" cy="800103"/>
          </a:xfrm>
          <a:prstGeom prst="rect">
            <a:avLst/>
          </a:prstGeom>
        </p:spPr>
        <p:txBody>
          <a:bodyPr lIns="0" tIns="0" rIns="0" bIns="0"/>
          <a:lstStyle>
            <a:lvl1pPr defTabSz="1828800">
              <a:lnSpc>
                <a:spcPct val="150000"/>
              </a:lnSpc>
              <a:spcBef>
                <a:spcPts val="2000"/>
              </a:spcBef>
              <a:defRPr sz="5600" b="0">
                <a:solidFill>
                  <a:srgbClr val="FFFFFF"/>
                </a:solidFill>
                <a:latin typeface="Open Sans"/>
                <a:ea typeface="Open Sans"/>
                <a:cs typeface="Open Sans"/>
                <a:sym typeface="Open Sans"/>
              </a:defRPr>
            </a:lvl1pPr>
            <a:lvl2pPr marL="990600" indent="-533400" defTabSz="1828800">
              <a:lnSpc>
                <a:spcPct val="150000"/>
              </a:lnSpc>
              <a:spcBef>
                <a:spcPts val="2000"/>
              </a:spcBef>
              <a:buSzPct val="100000"/>
              <a:buChar char="o"/>
              <a:defRPr sz="5600" b="0">
                <a:solidFill>
                  <a:srgbClr val="FFFFFF"/>
                </a:solidFill>
                <a:latin typeface="Open Sans"/>
                <a:ea typeface="Open Sans"/>
                <a:cs typeface="Open Sans"/>
                <a:sym typeface="Open Sans"/>
              </a:defRPr>
            </a:lvl2pPr>
            <a:lvl3pPr marL="1554479" indent="-640079" defTabSz="1828800">
              <a:lnSpc>
                <a:spcPct val="150000"/>
              </a:lnSpc>
              <a:spcBef>
                <a:spcPts val="2000"/>
              </a:spcBef>
              <a:buSzPct val="100000"/>
              <a:buChar char="o"/>
              <a:defRPr sz="5600" b="0">
                <a:solidFill>
                  <a:srgbClr val="FFFFFF"/>
                </a:solidFill>
                <a:latin typeface="Open Sans"/>
                <a:ea typeface="Open Sans"/>
                <a:cs typeface="Open Sans"/>
                <a:sym typeface="Open Sans"/>
              </a:defRPr>
            </a:lvl3pPr>
            <a:lvl4pPr marL="2082800" indent="-711200" defTabSz="1828800">
              <a:lnSpc>
                <a:spcPct val="150000"/>
              </a:lnSpc>
              <a:spcBef>
                <a:spcPts val="2000"/>
              </a:spcBef>
              <a:buSzPct val="100000"/>
              <a:buChar char="o"/>
              <a:defRPr sz="5600" b="0">
                <a:solidFill>
                  <a:srgbClr val="FFFFFF"/>
                </a:solidFill>
                <a:latin typeface="Open Sans"/>
                <a:ea typeface="Open Sans"/>
                <a:cs typeface="Open Sans"/>
                <a:sym typeface="Open Sans"/>
              </a:defRPr>
            </a:lvl4pPr>
            <a:lvl5pPr marL="2540000" indent="-711200" defTabSz="1828800">
              <a:lnSpc>
                <a:spcPct val="150000"/>
              </a:lnSpc>
              <a:spcBef>
                <a:spcPts val="2000"/>
              </a:spcBef>
              <a:buSzPct val="100000"/>
              <a:buChar char="o"/>
              <a:defRPr sz="5600" b="0">
                <a:solidFill>
                  <a:srgbClr val="FFFFFF"/>
                </a:solidFill>
                <a:latin typeface="Open Sans"/>
                <a:ea typeface="Open Sans"/>
                <a:cs typeface="Open Sans"/>
                <a:sym typeface="Open Sans"/>
              </a:defRPr>
            </a:lvl5pPr>
          </a:lstStyle>
          <a:p>
            <a:r>
              <a:t>Hoofdtekst - niveau één</a:t>
            </a:r>
          </a:p>
          <a:p>
            <a:pPr lvl="1"/>
            <a:r>
              <a:t>Hoofdtekst - niveau twee</a:t>
            </a:r>
          </a:p>
          <a:p>
            <a:pPr lvl="2"/>
            <a:r>
              <a:t>Hoofdtekst - niveau drie</a:t>
            </a:r>
          </a:p>
          <a:p>
            <a:pPr lvl="3"/>
            <a:r>
              <a:t>Hoofdtekst - niveau vier</a:t>
            </a:r>
          </a:p>
          <a:p>
            <a:pPr lvl="4"/>
            <a:r>
              <a:t>Hoofdtekst - niveau vijf</a:t>
            </a:r>
          </a:p>
        </p:txBody>
      </p:sp>
      <p:sp>
        <p:nvSpPr>
          <p:cNvPr id="497" name="We are super proud to work with our clients towards a great future"/>
          <p:cNvSpPr txBox="1">
            <a:spLocks noGrp="1"/>
          </p:cNvSpPr>
          <p:nvPr>
            <p:ph type="body" sz="quarter" idx="21"/>
          </p:nvPr>
        </p:nvSpPr>
        <p:spPr>
          <a:xfrm>
            <a:off x="2212312" y="2544941"/>
            <a:ext cx="9332036" cy="3881123"/>
          </a:xfrm>
          <a:prstGeom prst="rect">
            <a:avLst/>
          </a:prstGeom>
        </p:spPr>
        <p:txBody>
          <a:bodyPr lIns="0" tIns="0" rIns="0" bIns="0"/>
          <a:lstStyle/>
          <a:p>
            <a:pPr defTabSz="1828800">
              <a:lnSpc>
                <a:spcPct val="150000"/>
              </a:lnSpc>
              <a:spcBef>
                <a:spcPts val="2000"/>
              </a:spcBef>
              <a:defRPr sz="5600" b="0">
                <a:solidFill>
                  <a:srgbClr val="FFFFFF"/>
                </a:solidFill>
                <a:latin typeface="Open Sans"/>
                <a:ea typeface="Open Sans"/>
                <a:cs typeface="Open Sans"/>
                <a:sym typeface="Open Sans"/>
              </a:defRPr>
            </a:pPr>
            <a:endParaRPr/>
          </a:p>
        </p:txBody>
      </p:sp>
      <p:sp>
        <p:nvSpPr>
          <p:cNvPr id="498" name="We are in it for the long run. On our journey of transforming organizations digitally we aim to bring business and technology together and let them run in the same pace. By leading the way in terms of knowledge and working in enthusiastic teams we establ"/>
          <p:cNvSpPr txBox="1">
            <a:spLocks noGrp="1"/>
          </p:cNvSpPr>
          <p:nvPr>
            <p:ph type="body" sz="quarter" idx="22"/>
          </p:nvPr>
        </p:nvSpPr>
        <p:spPr>
          <a:xfrm>
            <a:off x="2229773" y="6864815"/>
            <a:ext cx="6729974" cy="3187703"/>
          </a:xfrm>
          <a:prstGeom prst="rect">
            <a:avLst/>
          </a:prstGeom>
        </p:spPr>
        <p:txBody>
          <a:bodyPr lIns="0" tIns="0" rIns="0" bIns="0"/>
          <a:lstStyle/>
          <a:p>
            <a:pPr defTabSz="1828800">
              <a:lnSpc>
                <a:spcPct val="150000"/>
              </a:lnSpc>
              <a:spcBef>
                <a:spcPts val="2000"/>
              </a:spcBef>
              <a:defRPr sz="5600" b="0">
                <a:solidFill>
                  <a:srgbClr val="FFFFFF"/>
                </a:solidFill>
                <a:latin typeface="Open Sans"/>
                <a:ea typeface="Open Sans"/>
                <a:cs typeface="Open Sans"/>
                <a:sym typeface="Open Sans"/>
              </a:defRPr>
            </a:pPr>
            <a:endParaRPr/>
          </a:p>
        </p:txBody>
      </p:sp>
      <p:sp>
        <p:nvSpPr>
          <p:cNvPr id="499" name="Dianummer"/>
          <p:cNvSpPr txBox="1">
            <a:spLocks noGrp="1"/>
          </p:cNvSpPr>
          <p:nvPr>
            <p:ph type="sldNum" sz="quarter" idx="2"/>
          </p:nvPr>
        </p:nvSpPr>
        <p:spPr>
          <a:xfrm>
            <a:off x="0" y="0"/>
            <a:ext cx="776903" cy="741680"/>
          </a:xfrm>
          <a:prstGeom prst="rect">
            <a:avLst/>
          </a:prstGeom>
        </p:spPr>
        <p:txBody>
          <a:bodyPr lIns="91439" tIns="91439" rIns="91439" bIns="91439" anchor="t"/>
          <a:lstStyle>
            <a:lvl1pPr algn="l" defTabSz="1828800">
              <a:defRPr sz="3600">
                <a:solidFill>
                  <a:srgbClr val="2E282C"/>
                </a:solidFill>
                <a:latin typeface="Verdana"/>
                <a:ea typeface="Verdana"/>
                <a:cs typeface="Verdana"/>
                <a:sym typeface="Verdana"/>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E282C"/>
        </a:solidFill>
        <a:effectLst/>
      </p:bgPr>
    </p:bg>
    <p:spTree>
      <p:nvGrpSpPr>
        <p:cNvPr id="1" name=""/>
        <p:cNvGrpSpPr/>
        <p:nvPr/>
      </p:nvGrpSpPr>
      <p:grpSpPr>
        <a:xfrm>
          <a:off x="0" y="0"/>
          <a:ext cx="0" cy="0"/>
          <a:chOff x="0" y="0"/>
          <a:chExt cx="0" cy="0"/>
        </a:xfrm>
      </p:grpSpPr>
      <p:pic>
        <p:nvPicPr>
          <p:cNvPr id="2" name="pasted-image.pdf" descr="pasted-image.pdf"/>
          <p:cNvPicPr>
            <a:picLocks noChangeAspect="1"/>
          </p:cNvPicPr>
          <p:nvPr/>
        </p:nvPicPr>
        <p:blipFill>
          <a:blip r:embed="rId33"/>
          <a:stretch>
            <a:fillRect/>
          </a:stretch>
        </p:blipFill>
        <p:spPr>
          <a:xfrm>
            <a:off x="5097308" y="3858868"/>
            <a:ext cx="14189385" cy="5998264"/>
          </a:xfrm>
          <a:prstGeom prst="rect">
            <a:avLst/>
          </a:prstGeom>
          <a:ln w="12700">
            <a:miter lim="400000"/>
          </a:ln>
        </p:spPr>
      </p:pic>
      <p:sp>
        <p:nvSpPr>
          <p:cNvPr id="3" name="Naam presentatie"/>
          <p:cNvSpPr txBox="1">
            <a:spLocks noGrp="1"/>
          </p:cNvSpPr>
          <p:nvPr>
            <p:ph type="title" hasCustomPrompt="1"/>
          </p:nvPr>
        </p:nvSpPr>
        <p:spPr>
          <a:xfrm>
            <a:off x="1206496" y="2574991"/>
            <a:ext cx="21971004" cy="4648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b">
            <a:normAutofit/>
          </a:bodyPr>
          <a:lstStyle/>
          <a:p>
            <a:r>
              <a:t>Naam presentatie</a:t>
            </a:r>
          </a:p>
        </p:txBody>
      </p:sp>
      <p:sp>
        <p:nvSpPr>
          <p:cNvPr id="4" name="Hoofdtekst - niveau één…"/>
          <p:cNvSpPr txBox="1">
            <a:spLocks noGrp="1"/>
          </p:cNvSpPr>
          <p:nvPr>
            <p:ph type="body" idx="1" hasCustomPrompt="1"/>
          </p:nvPr>
        </p:nvSpPr>
        <p:spPr>
          <a:xfrm>
            <a:off x="1201342" y="7223190"/>
            <a:ext cx="21971001" cy="1905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Ondertitel presentatie</a:t>
            </a:r>
          </a:p>
          <a:p>
            <a:pPr lvl="1"/>
            <a:endParaRPr/>
          </a:p>
          <a:p>
            <a:pPr lvl="2"/>
            <a:endParaRPr/>
          </a:p>
          <a:p>
            <a:pPr lvl="3"/>
            <a:endParaRPr/>
          </a:p>
          <a:p>
            <a:pPr lvl="4"/>
            <a:endParaRPr/>
          </a:p>
        </p:txBody>
      </p:sp>
      <p:sp>
        <p:nvSpPr>
          <p:cNvPr id="5" name="Dianummer"/>
          <p:cNvSpPr txBox="1">
            <a:spLocks noGrp="1"/>
          </p:cNvSpPr>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6" r:id="rId6"/>
    <p:sldLayoutId id="2147483657" r:id="rId7"/>
    <p:sldLayoutId id="2147483658" r:id="rId8"/>
    <p:sldLayoutId id="2147483660" r:id="rId9"/>
    <p:sldLayoutId id="2147483661" r:id="rId10"/>
    <p:sldLayoutId id="2147483662" r:id="rId11"/>
    <p:sldLayoutId id="2147483663" r:id="rId12"/>
    <p:sldLayoutId id="2147483664" r:id="rId13"/>
    <p:sldLayoutId id="2147483665" r:id="rId14"/>
    <p:sldLayoutId id="2147483667" r:id="rId15"/>
    <p:sldLayoutId id="2147483669" r:id="rId16"/>
    <p:sldLayoutId id="2147483670" r:id="rId17"/>
    <p:sldLayoutId id="2147483673" r:id="rId18"/>
    <p:sldLayoutId id="2147483674" r:id="rId19"/>
    <p:sldLayoutId id="2147483675" r:id="rId20"/>
    <p:sldLayoutId id="2147483676" r:id="rId21"/>
    <p:sldLayoutId id="2147483677" r:id="rId22"/>
    <p:sldLayoutId id="2147483678" r:id="rId23"/>
    <p:sldLayoutId id="2147483679" r:id="rId24"/>
    <p:sldLayoutId id="2147483680" r:id="rId25"/>
    <p:sldLayoutId id="2147483681" r:id="rId26"/>
    <p:sldLayoutId id="2147483682" r:id="rId27"/>
    <p:sldLayoutId id="2147483683" r:id="rId28"/>
    <p:sldLayoutId id="2147483684" r:id="rId29"/>
    <p:sldLayoutId id="2147483685" r:id="rId30"/>
    <p:sldLayoutId id="2147483686" r:id="rId31"/>
  </p:sldLayoutIdLst>
  <p:transition spd="med"/>
  <p:txStyles>
    <p:titleStyle>
      <a:lvl1pPr marL="0" marR="0" indent="0" algn="l" defTabSz="2438338" rtl="0" latinLnBrk="0">
        <a:lnSpc>
          <a:spcPct val="80000"/>
        </a:lnSpc>
        <a:spcBef>
          <a:spcPts val="0"/>
        </a:spcBef>
        <a:spcAft>
          <a:spcPts val="0"/>
        </a:spcAft>
        <a:buClrTx/>
        <a:buSzTx/>
        <a:buFontTx/>
        <a:buNone/>
        <a:tabLst/>
        <a:defRPr sz="11600" b="1" i="0" u="none" strike="noStrike" cap="none" spc="-232" baseline="0">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sz="11600" b="1" i="0" u="none" strike="noStrike" cap="none" spc="-232" baseline="0">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11600" b="1" i="0" u="none" strike="noStrike" cap="none" spc="-232" baseline="0">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11600" b="1" i="0" u="none" strike="noStrike" cap="none" spc="-232" baseline="0">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11600" b="1" i="0" u="none" strike="noStrike" cap="none" spc="-232" baseline="0">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11600" b="1" i="0" u="none" strike="noStrike" cap="none" spc="-232" baseline="0">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11600" b="1" i="0" u="none" strike="noStrike" cap="none" spc="-232" baseline="0">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11600" b="1" i="0" u="none" strike="noStrike" cap="none" spc="-232" baseline="0">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11600" b="1" i="0" u="none" strike="noStrike" cap="none" spc="-232" baseline="0">
          <a:solidFill>
            <a:srgbClr val="000000"/>
          </a:solidFill>
          <a:uFillTx/>
          <a:latin typeface="+mn-lt"/>
          <a:ea typeface="+mn-ea"/>
          <a:cs typeface="+mn-cs"/>
          <a:sym typeface="Helvetica Neue"/>
        </a:defRPr>
      </a:lvl9pPr>
    </p:titleStyle>
    <p:bodyStyle>
      <a:lvl1pPr marL="0" marR="0" indent="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1pPr>
      <a:lvl2pPr marL="0" marR="0" indent="4572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2pPr>
      <a:lvl3pPr marL="0" marR="0" indent="9144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3pPr>
      <a:lvl4pPr marL="0" marR="0" indent="13716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4pPr>
      <a:lvl5pPr marL="0" marR="0" indent="18288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5pPr>
      <a:lvl6pPr marL="0" marR="0" indent="22860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6pPr>
      <a:lvl7pPr marL="0" marR="0" indent="27432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7pPr>
      <a:lvl8pPr marL="0" marR="0" indent="32004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8pPr>
      <a:lvl9pPr marL="0" marR="0" indent="36576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9" name="Afbeelding" descr="Afbeelding"/>
          <p:cNvPicPr>
            <a:picLocks noGrp="1" noChangeAspect="1"/>
          </p:cNvPicPr>
          <p:nvPr>
            <p:ph type="pic" idx="21"/>
          </p:nvPr>
        </p:nvPicPr>
        <p:blipFill>
          <a:blip r:embed="rId2"/>
          <a:srcRect t="7812" b="7812"/>
          <a:stretch>
            <a:fillRect/>
          </a:stretch>
        </p:blipFill>
        <p:spPr>
          <a:xfrm>
            <a:off x="0" y="0"/>
            <a:ext cx="24384000" cy="13716000"/>
          </a:xfrm>
          <a:prstGeom prst="rect">
            <a:avLst/>
          </a:prstGeom>
        </p:spPr>
      </p:pic>
      <p:pic>
        <p:nvPicPr>
          <p:cNvPr id="520" name="pasted-image.pdf" descr="pasted-image.pdf"/>
          <p:cNvPicPr>
            <a:picLocks noChangeAspect="1"/>
          </p:cNvPicPr>
          <p:nvPr/>
        </p:nvPicPr>
        <p:blipFill>
          <a:blip r:embed="rId3"/>
          <a:stretch>
            <a:fillRect/>
          </a:stretch>
        </p:blipFill>
        <p:spPr>
          <a:xfrm>
            <a:off x="5097307" y="3858868"/>
            <a:ext cx="14189385" cy="5998264"/>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61AA8-D83A-6CA9-DE10-44556B89512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60A2567-C0BF-8FDA-A913-9F6B71C3A04A}"/>
              </a:ext>
            </a:extLst>
          </p:cNvPr>
          <p:cNvSpPr/>
          <p:nvPr/>
        </p:nvSpPr>
        <p:spPr>
          <a:xfrm>
            <a:off x="1355892" y="4337108"/>
            <a:ext cx="7173253" cy="8784000"/>
          </a:xfrm>
          <a:prstGeom prst="rect">
            <a:avLst/>
          </a:prstGeom>
          <a:solidFill>
            <a:srgbClr val="EEED0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NL"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35" name="Title 2">
            <a:extLst>
              <a:ext uri="{FF2B5EF4-FFF2-40B4-BE49-F238E27FC236}">
                <a16:creationId xmlns:a16="http://schemas.microsoft.com/office/drawing/2014/main" id="{C4146574-7B3A-A794-18F4-CAC0C33BD321}"/>
              </a:ext>
            </a:extLst>
          </p:cNvPr>
          <p:cNvSpPr>
            <a:spLocks noGrp="1"/>
          </p:cNvSpPr>
          <p:nvPr>
            <p:ph type="title"/>
          </p:nvPr>
        </p:nvSpPr>
        <p:spPr>
          <a:xfrm>
            <a:off x="2221127" y="2749350"/>
            <a:ext cx="9177342" cy="3981652"/>
          </a:xfrm>
        </p:spPr>
        <p:txBody>
          <a:bodyPr/>
          <a:lstStyle/>
          <a:p>
            <a:r>
              <a:rPr lang="en-US"/>
              <a:t>Fincent Review</a:t>
            </a:r>
          </a:p>
        </p:txBody>
      </p:sp>
      <p:sp>
        <p:nvSpPr>
          <p:cNvPr id="3" name="Text Placeholder 2">
            <a:extLst>
              <a:ext uri="{FF2B5EF4-FFF2-40B4-BE49-F238E27FC236}">
                <a16:creationId xmlns:a16="http://schemas.microsoft.com/office/drawing/2014/main" id="{680CC642-F0F5-F949-98B8-6FFAA777FE50}"/>
              </a:ext>
            </a:extLst>
          </p:cNvPr>
          <p:cNvSpPr>
            <a:spLocks noGrp="1"/>
          </p:cNvSpPr>
          <p:nvPr>
            <p:ph type="body" sz="quarter" idx="21"/>
          </p:nvPr>
        </p:nvSpPr>
        <p:spPr>
          <a:xfrm>
            <a:off x="3040937" y="5343635"/>
            <a:ext cx="8091271" cy="5994400"/>
          </a:xfrm>
        </p:spPr>
        <p:txBody>
          <a:bodyPr lIns="0" tIns="0" rIns="0" bIns="0" anchor="t">
            <a:normAutofit/>
          </a:bodyPr>
          <a:lstStyle/>
          <a:p>
            <a:pPr>
              <a:spcAft>
                <a:spcPts val="600"/>
              </a:spcAft>
            </a:pPr>
            <a:r>
              <a:rPr lang="en-GB" sz="3600">
                <a:solidFill>
                  <a:schemeClr val="tx1"/>
                </a:solidFill>
              </a:rPr>
              <a:t>Sprint  - Xanthic</a:t>
            </a:r>
            <a:br>
              <a:rPr lang="en-GB" sz="3600">
                <a:solidFill>
                  <a:schemeClr val="tx1"/>
                </a:solidFill>
              </a:rPr>
            </a:br>
            <a:r>
              <a:rPr lang="en-GB" sz="3600">
                <a:solidFill>
                  <a:schemeClr val="tx1"/>
                </a:solidFill>
              </a:rPr>
              <a:t>Team Fincent      </a:t>
            </a:r>
            <a:br>
              <a:rPr lang="en-GB" sz="3600">
                <a:solidFill>
                  <a:schemeClr val="tx1"/>
                </a:solidFill>
              </a:rPr>
            </a:br>
            <a:r>
              <a:rPr lang="en-GB" sz="3600">
                <a:solidFill>
                  <a:schemeClr val="tx1"/>
                </a:solidFill>
              </a:rPr>
              <a:t>14-07 – 29-07</a:t>
            </a:r>
          </a:p>
        </p:txBody>
      </p:sp>
      <p:sp>
        <p:nvSpPr>
          <p:cNvPr id="6" name="Text Placeholder 5">
            <a:extLst>
              <a:ext uri="{FF2B5EF4-FFF2-40B4-BE49-F238E27FC236}">
                <a16:creationId xmlns:a16="http://schemas.microsoft.com/office/drawing/2014/main" id="{D0515073-0943-66AC-BF7A-52FA459DC962}"/>
              </a:ext>
            </a:extLst>
          </p:cNvPr>
          <p:cNvSpPr>
            <a:spLocks noGrp="1"/>
          </p:cNvSpPr>
          <p:nvPr>
            <p:ph type="body" sz="half" idx="1"/>
          </p:nvPr>
        </p:nvSpPr>
        <p:spPr/>
        <p:txBody>
          <a:bodyPr/>
          <a:lstStyle/>
          <a:p>
            <a:endParaRPr lang="en-US"/>
          </a:p>
        </p:txBody>
      </p:sp>
    </p:spTree>
    <p:extLst>
      <p:ext uri="{BB962C8B-B14F-4D97-AF65-F5344CB8AC3E}">
        <p14:creationId xmlns:p14="http://schemas.microsoft.com/office/powerpoint/2010/main" val="3817186631"/>
      </p:ext>
    </p:extLst>
  </p:cSld>
  <p:clrMapOvr>
    <a:masterClrMapping/>
  </p:clrMapOvr>
  <mc:AlternateContent xmlns:mc="http://schemas.openxmlformats.org/markup-compatibility/2006" xmlns:p14="http://schemas.microsoft.com/office/powerpoint/2010/main">
    <mc:Choice Requires="p14">
      <p:transition spd="slow" p14:dur="2000">
        <p:push dir="u"/>
      </p:transition>
    </mc:Choice>
    <mc:Fallback xmlns="">
      <p:transition spd="slow">
        <p:push dir="u"/>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9B598-C027-1579-1886-6585DDDD2A78}"/>
            </a:ext>
          </a:extLst>
        </p:cNvPr>
        <p:cNvGrpSpPr/>
        <p:nvPr/>
      </p:nvGrpSpPr>
      <p:grpSpPr>
        <a:xfrm>
          <a:off x="0" y="0"/>
          <a:ext cx="0" cy="0"/>
          <a:chOff x="0" y="0"/>
          <a:chExt cx="0" cy="0"/>
        </a:xfrm>
      </p:grpSpPr>
      <p:sp>
        <p:nvSpPr>
          <p:cNvPr id="529" name="Onze cultuur">
            <a:extLst>
              <a:ext uri="{FF2B5EF4-FFF2-40B4-BE49-F238E27FC236}">
                <a16:creationId xmlns:a16="http://schemas.microsoft.com/office/drawing/2014/main" id="{2B9EB36B-7EF5-E16C-A0CC-2ED247326684}"/>
              </a:ext>
            </a:extLst>
          </p:cNvPr>
          <p:cNvSpPr txBox="1">
            <a:spLocks noGrp="1"/>
          </p:cNvSpPr>
          <p:nvPr>
            <p:ph type="body" idx="21"/>
          </p:nvPr>
        </p:nvSpPr>
        <p:spPr>
          <a:xfrm>
            <a:off x="2205418" y="1633351"/>
            <a:ext cx="14135280" cy="718145"/>
          </a:xfrm>
          <a:prstGeom prst="rect">
            <a:avLst/>
          </a:prstGeom>
        </p:spPr>
        <p:txBody>
          <a:bodyPr wrap="none" lIns="50800" tIns="50800" rIns="50800" bIns="50800" anchor="t">
            <a:spAutoFit/>
          </a:bodyPr>
          <a:lstStyle/>
          <a:p>
            <a:pPr>
              <a:spcAft>
                <a:spcPts val="600"/>
              </a:spcAft>
            </a:pPr>
            <a:r>
              <a:rPr lang="en-GB" sz="4000">
                <a:solidFill>
                  <a:srgbClr val="FFFFFF"/>
                </a:solidFill>
              </a:rPr>
              <a:t>Sprint  - Xanthic          Team Fincent 			14-07 – 28-07</a:t>
            </a:r>
          </a:p>
        </p:txBody>
      </p:sp>
      <p:sp>
        <p:nvSpPr>
          <p:cNvPr id="530" name="We zijn de ontdekkers, de krakers, de positieve impact makers!">
            <a:extLst>
              <a:ext uri="{FF2B5EF4-FFF2-40B4-BE49-F238E27FC236}">
                <a16:creationId xmlns:a16="http://schemas.microsoft.com/office/drawing/2014/main" id="{286E7BF7-D1E6-7D08-40C4-3B44D0D4D42B}"/>
              </a:ext>
            </a:extLst>
          </p:cNvPr>
          <p:cNvSpPr txBox="1">
            <a:spLocks noGrp="1"/>
          </p:cNvSpPr>
          <p:nvPr>
            <p:ph type="body" idx="22"/>
          </p:nvPr>
        </p:nvSpPr>
        <p:spPr>
          <a:xfrm>
            <a:off x="2212310" y="2544943"/>
            <a:ext cx="21366147" cy="1955407"/>
          </a:xfrm>
          <a:prstGeom prst="rect">
            <a:avLst/>
          </a:prstGeom>
        </p:spPr>
        <p:txBody>
          <a:bodyPr wrap="square" lIns="50800" tIns="50800" rIns="50800" bIns="50800" anchor="t">
            <a:spAutoFit/>
          </a:bodyPr>
          <a:lstStyle/>
          <a:p>
            <a:pPr lvl="1" indent="0" defTabSz="2438338">
              <a:lnSpc>
                <a:spcPct val="200000"/>
              </a:lnSpc>
              <a:defRPr sz="7000" spc="-349">
                <a:solidFill>
                  <a:srgbClr val="C7BCAA"/>
                </a:solidFill>
                <a:latin typeface="OpenSans-Extrabold"/>
                <a:ea typeface="OpenSans-Extrabold"/>
                <a:cs typeface="OpenSans-Extrabold"/>
                <a:sym typeface="OpenSans-Extrabold"/>
              </a:defRPr>
            </a:pPr>
            <a:r>
              <a:rPr lang="nl-NL">
                <a:ea typeface="+mn-lt"/>
                <a:cs typeface="+mn-lt"/>
              </a:rPr>
              <a:t>Implementatie wensen &amp; taken</a:t>
            </a:r>
            <a:endParaRPr lang="nl-NL" sz="4800" b="0">
              <a:ea typeface="+mn-lt"/>
              <a:cs typeface="+mn-lt"/>
            </a:endParaRPr>
          </a:p>
        </p:txBody>
      </p:sp>
      <p:sp>
        <p:nvSpPr>
          <p:cNvPr id="2" name="We zijn de ontdekkers, de krakers, de positieve impact makers!">
            <a:extLst>
              <a:ext uri="{FF2B5EF4-FFF2-40B4-BE49-F238E27FC236}">
                <a16:creationId xmlns:a16="http://schemas.microsoft.com/office/drawing/2014/main" id="{2068FD68-67F2-9F70-F70C-E328367BFDF0}"/>
              </a:ext>
            </a:extLst>
          </p:cNvPr>
          <p:cNvSpPr txBox="1">
            <a:spLocks/>
          </p:cNvSpPr>
          <p:nvPr/>
        </p:nvSpPr>
        <p:spPr>
          <a:xfrm>
            <a:off x="1448545" y="4825408"/>
            <a:ext cx="16413657" cy="7181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t">
            <a:spAutoFit/>
          </a:bodyPr>
          <a:lstStyle>
            <a:lvl1pPr marL="0" marR="0" indent="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1pPr>
            <a:lvl2pPr marL="0" marR="0" indent="4572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2pPr>
            <a:lvl3pPr marL="0" marR="0" indent="9144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3pPr>
            <a:lvl4pPr marL="0" marR="0" indent="13716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4pPr>
            <a:lvl5pPr marL="0" marR="0" indent="18288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5pPr>
            <a:lvl6pPr marL="0" marR="0" indent="22860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6pPr>
            <a:lvl7pPr marL="0" marR="0" indent="27432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7pPr>
            <a:lvl8pPr marL="0" marR="0" indent="32004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8pPr>
            <a:lvl9pPr marL="0" marR="0" indent="36576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9pPr>
          </a:lstStyle>
          <a:p>
            <a:pPr lvl="8" indent="0" defTabSz="2438338" hangingPunct="1">
              <a:defRPr sz="7000" spc="-349">
                <a:solidFill>
                  <a:srgbClr val="C7BCAA"/>
                </a:solidFill>
                <a:latin typeface="OpenSans-Extrabold"/>
                <a:ea typeface="OpenSans-Extrabold"/>
                <a:cs typeface="OpenSans-Extrabold"/>
                <a:sym typeface="OpenSans-Extrabold"/>
              </a:defRPr>
            </a:pPr>
            <a:endParaRPr lang="nl-NL" sz="4000" b="0" spc="-349">
              <a:solidFill>
                <a:srgbClr val="C7BCAA"/>
              </a:solidFill>
              <a:latin typeface="OpenSans-Extrabold"/>
              <a:ea typeface="+mn-lt"/>
              <a:cs typeface="+mn-lt"/>
              <a:sym typeface="OpenSans-Extrabold"/>
            </a:endParaRPr>
          </a:p>
        </p:txBody>
      </p:sp>
      <p:pic>
        <p:nvPicPr>
          <p:cNvPr id="4" name="Picture 3">
            <a:extLst>
              <a:ext uri="{FF2B5EF4-FFF2-40B4-BE49-F238E27FC236}">
                <a16:creationId xmlns:a16="http://schemas.microsoft.com/office/drawing/2014/main" id="{A521CE24-1D2B-EFCC-47DC-854A9820C30D}"/>
              </a:ext>
            </a:extLst>
          </p:cNvPr>
          <p:cNvPicPr>
            <a:picLocks noChangeAspect="1"/>
          </p:cNvPicPr>
          <p:nvPr/>
        </p:nvPicPr>
        <p:blipFill>
          <a:blip r:embed="rId2"/>
          <a:stretch>
            <a:fillRect/>
          </a:stretch>
        </p:blipFill>
        <p:spPr>
          <a:xfrm>
            <a:off x="2196339" y="5181090"/>
            <a:ext cx="20705395" cy="1621692"/>
          </a:xfrm>
          <a:prstGeom prst="rect">
            <a:avLst/>
          </a:prstGeom>
        </p:spPr>
      </p:pic>
    </p:spTree>
    <p:extLst>
      <p:ext uri="{BB962C8B-B14F-4D97-AF65-F5344CB8AC3E}">
        <p14:creationId xmlns:p14="http://schemas.microsoft.com/office/powerpoint/2010/main" val="3096877425"/>
      </p:ext>
    </p:extLst>
  </p:cSld>
  <p:clrMapOvr>
    <a:masterClrMapping/>
  </p:clrMapOvr>
  <mc:AlternateContent xmlns:mc="http://schemas.openxmlformats.org/markup-compatibility/2006" xmlns:p14="http://schemas.microsoft.com/office/powerpoint/2010/main">
    <mc:Choice Requires="p14">
      <p:transition spd="slow" p14:dur="2000">
        <p:push dir="u"/>
      </p:transition>
    </mc:Choice>
    <mc:Fallback xmlns="">
      <p:transition spd="slow">
        <p:push dir="u"/>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83E7A-936F-3CAC-457A-61DD20C0CE48}"/>
            </a:ext>
          </a:extLst>
        </p:cNvPr>
        <p:cNvGrpSpPr/>
        <p:nvPr/>
      </p:nvGrpSpPr>
      <p:grpSpPr>
        <a:xfrm>
          <a:off x="0" y="0"/>
          <a:ext cx="0" cy="0"/>
          <a:chOff x="0" y="0"/>
          <a:chExt cx="0" cy="0"/>
        </a:xfrm>
      </p:grpSpPr>
      <p:sp>
        <p:nvSpPr>
          <p:cNvPr id="529" name="Onze cultuur">
            <a:extLst>
              <a:ext uri="{FF2B5EF4-FFF2-40B4-BE49-F238E27FC236}">
                <a16:creationId xmlns:a16="http://schemas.microsoft.com/office/drawing/2014/main" id="{7F5B1776-54AE-CC4C-CFA0-87827BF32481}"/>
              </a:ext>
            </a:extLst>
          </p:cNvPr>
          <p:cNvSpPr txBox="1">
            <a:spLocks noGrp="1"/>
          </p:cNvSpPr>
          <p:nvPr>
            <p:ph type="body" idx="21"/>
          </p:nvPr>
        </p:nvSpPr>
        <p:spPr>
          <a:xfrm>
            <a:off x="2205418" y="1633351"/>
            <a:ext cx="14135280" cy="718145"/>
          </a:xfrm>
          <a:prstGeom prst="rect">
            <a:avLst/>
          </a:prstGeom>
        </p:spPr>
        <p:txBody>
          <a:bodyPr wrap="none" lIns="50800" tIns="50800" rIns="50800" bIns="50800" anchor="t">
            <a:spAutoFit/>
          </a:bodyPr>
          <a:lstStyle/>
          <a:p>
            <a:pPr>
              <a:spcAft>
                <a:spcPts val="600"/>
              </a:spcAft>
            </a:pPr>
            <a:r>
              <a:rPr lang="en-GB" sz="4000">
                <a:solidFill>
                  <a:srgbClr val="FFFFFF"/>
                </a:solidFill>
              </a:rPr>
              <a:t>Sprint  - Xanthic          Team Fincent 			14-07 – 28-07</a:t>
            </a:r>
          </a:p>
        </p:txBody>
      </p:sp>
      <p:sp>
        <p:nvSpPr>
          <p:cNvPr id="530" name="We zijn de ontdekkers, de krakers, de positieve impact makers!">
            <a:extLst>
              <a:ext uri="{FF2B5EF4-FFF2-40B4-BE49-F238E27FC236}">
                <a16:creationId xmlns:a16="http://schemas.microsoft.com/office/drawing/2014/main" id="{DF918153-718B-9B98-554F-71C646296F28}"/>
              </a:ext>
            </a:extLst>
          </p:cNvPr>
          <p:cNvSpPr txBox="1">
            <a:spLocks noGrp="1"/>
          </p:cNvSpPr>
          <p:nvPr>
            <p:ph type="body" idx="22"/>
          </p:nvPr>
        </p:nvSpPr>
        <p:spPr>
          <a:xfrm>
            <a:off x="2212310" y="2544943"/>
            <a:ext cx="21366147" cy="1955407"/>
          </a:xfrm>
          <a:prstGeom prst="rect">
            <a:avLst/>
          </a:prstGeom>
        </p:spPr>
        <p:txBody>
          <a:bodyPr wrap="square" lIns="50800" tIns="50800" rIns="50800" bIns="50800" anchor="t">
            <a:spAutoFit/>
          </a:bodyPr>
          <a:lstStyle/>
          <a:p>
            <a:pPr lvl="1" indent="0" defTabSz="2438338">
              <a:lnSpc>
                <a:spcPct val="200000"/>
              </a:lnSpc>
              <a:defRPr sz="7000" spc="-349">
                <a:solidFill>
                  <a:srgbClr val="C7BCAA"/>
                </a:solidFill>
                <a:latin typeface="OpenSans-Extrabold"/>
                <a:ea typeface="OpenSans-Extrabold"/>
                <a:cs typeface="OpenSans-Extrabold"/>
                <a:sym typeface="OpenSans-Extrabold"/>
              </a:defRPr>
            </a:pPr>
            <a:r>
              <a:rPr lang="nl-NL" dirty="0">
                <a:ea typeface="+mn-lt"/>
                <a:cs typeface="+mn-lt"/>
              </a:rPr>
              <a:t>Bugs</a:t>
            </a:r>
            <a:endParaRPr lang="nl-NL" sz="4800" b="0" dirty="0">
              <a:ea typeface="+mn-lt"/>
              <a:cs typeface="+mn-lt"/>
            </a:endParaRPr>
          </a:p>
        </p:txBody>
      </p:sp>
      <p:sp>
        <p:nvSpPr>
          <p:cNvPr id="2" name="We zijn de ontdekkers, de krakers, de positieve impact makers!">
            <a:extLst>
              <a:ext uri="{FF2B5EF4-FFF2-40B4-BE49-F238E27FC236}">
                <a16:creationId xmlns:a16="http://schemas.microsoft.com/office/drawing/2014/main" id="{5F10FDE5-5AA1-A7E6-9205-C380B161180A}"/>
              </a:ext>
            </a:extLst>
          </p:cNvPr>
          <p:cNvSpPr txBox="1">
            <a:spLocks/>
          </p:cNvSpPr>
          <p:nvPr/>
        </p:nvSpPr>
        <p:spPr>
          <a:xfrm>
            <a:off x="1622095" y="4825408"/>
            <a:ext cx="16413657" cy="7181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t">
            <a:spAutoFit/>
          </a:bodyPr>
          <a:lstStyle>
            <a:lvl1pPr marL="0" marR="0" indent="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1pPr>
            <a:lvl2pPr marL="0" marR="0" indent="4572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2pPr>
            <a:lvl3pPr marL="0" marR="0" indent="9144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3pPr>
            <a:lvl4pPr marL="0" marR="0" indent="13716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4pPr>
            <a:lvl5pPr marL="0" marR="0" indent="18288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5pPr>
            <a:lvl6pPr marL="0" marR="0" indent="22860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6pPr>
            <a:lvl7pPr marL="0" marR="0" indent="27432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7pPr>
            <a:lvl8pPr marL="0" marR="0" indent="32004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8pPr>
            <a:lvl9pPr marL="0" marR="0" indent="36576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9pPr>
          </a:lstStyle>
          <a:p>
            <a:pPr lvl="8" indent="0" defTabSz="2438338" hangingPunct="1">
              <a:defRPr sz="7000" spc="-349">
                <a:solidFill>
                  <a:srgbClr val="C7BCAA"/>
                </a:solidFill>
                <a:latin typeface="OpenSans-Extrabold"/>
                <a:ea typeface="OpenSans-Extrabold"/>
                <a:cs typeface="OpenSans-Extrabold"/>
                <a:sym typeface="OpenSans-Extrabold"/>
              </a:defRPr>
            </a:pPr>
            <a:endParaRPr lang="nl-NL" sz="4000" b="0" spc="-349">
              <a:solidFill>
                <a:srgbClr val="C7BCAA"/>
              </a:solidFill>
              <a:latin typeface="OpenSans-Extrabold"/>
              <a:ea typeface="+mn-lt"/>
              <a:cs typeface="+mn-lt"/>
              <a:sym typeface="OpenSans-Extrabold"/>
            </a:endParaRPr>
          </a:p>
        </p:txBody>
      </p:sp>
    </p:spTree>
    <p:extLst>
      <p:ext uri="{BB962C8B-B14F-4D97-AF65-F5344CB8AC3E}">
        <p14:creationId xmlns:p14="http://schemas.microsoft.com/office/powerpoint/2010/main" val="3451042088"/>
      </p:ext>
    </p:extLst>
  </p:cSld>
  <p:clrMapOvr>
    <a:masterClrMapping/>
  </p:clrMapOvr>
  <mc:AlternateContent xmlns:mc="http://schemas.openxmlformats.org/markup-compatibility/2006" xmlns:p14="http://schemas.microsoft.com/office/powerpoint/2010/main">
    <mc:Choice Requires="p14">
      <p:transition spd="slow" p14:dur="2000">
        <p:push dir="u"/>
      </p:transition>
    </mc:Choice>
    <mc:Fallback xmlns="">
      <p:transition spd="slow">
        <p:push dir="u"/>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B4B92-FECE-AC94-9AD8-3FB08834C3FE}"/>
            </a:ext>
          </a:extLst>
        </p:cNvPr>
        <p:cNvGrpSpPr/>
        <p:nvPr/>
      </p:nvGrpSpPr>
      <p:grpSpPr>
        <a:xfrm>
          <a:off x="0" y="0"/>
          <a:ext cx="0" cy="0"/>
          <a:chOff x="0" y="0"/>
          <a:chExt cx="0" cy="0"/>
        </a:xfrm>
      </p:grpSpPr>
      <p:sp>
        <p:nvSpPr>
          <p:cNvPr id="529" name="Onze cultuur">
            <a:extLst>
              <a:ext uri="{FF2B5EF4-FFF2-40B4-BE49-F238E27FC236}">
                <a16:creationId xmlns:a16="http://schemas.microsoft.com/office/drawing/2014/main" id="{98B62FC2-59AB-C2C3-0072-6A4DAE15EBCD}"/>
              </a:ext>
            </a:extLst>
          </p:cNvPr>
          <p:cNvSpPr txBox="1">
            <a:spLocks noGrp="1"/>
          </p:cNvSpPr>
          <p:nvPr>
            <p:ph type="body" idx="21"/>
          </p:nvPr>
        </p:nvSpPr>
        <p:spPr>
          <a:xfrm>
            <a:off x="2205418" y="1906889"/>
            <a:ext cx="16403975" cy="1333698"/>
          </a:xfrm>
          <a:prstGeom prst="rect">
            <a:avLst/>
          </a:prstGeom>
        </p:spPr>
        <p:txBody>
          <a:bodyPr wrap="square" lIns="50800" tIns="50800" rIns="50800" bIns="50800" anchor="t">
            <a:spAutoFit/>
          </a:bodyPr>
          <a:lstStyle/>
          <a:p>
            <a:r>
              <a:rPr lang="en-GB" sz="4000" dirty="0">
                <a:solidFill>
                  <a:srgbClr val="FFFFFF"/>
                </a:solidFill>
                <a:ea typeface="+mn-lt"/>
                <a:cs typeface="+mn-lt"/>
              </a:rPr>
              <a:t>Sprint - </a:t>
            </a:r>
            <a:r>
              <a:rPr lang="en-GB" sz="4000" dirty="0">
                <a:solidFill>
                  <a:srgbClr val="FFFFFF"/>
                </a:solidFill>
              </a:rPr>
              <a:t>Xanthic</a:t>
            </a:r>
            <a:r>
              <a:rPr lang="en-GB" sz="4000" dirty="0">
                <a:solidFill>
                  <a:srgbClr val="FFFFFF"/>
                </a:solidFill>
                <a:ea typeface="+mn-lt"/>
                <a:cs typeface="+mn-lt"/>
              </a:rPr>
              <a:t>     Team Fincent      14-07 – 28-07</a:t>
            </a:r>
            <a:endParaRPr lang="en-GB" sz="4000" b="0" dirty="0">
              <a:ea typeface="+mn-lt"/>
              <a:cs typeface="+mn-lt"/>
            </a:endParaRPr>
          </a:p>
          <a:p>
            <a:pPr>
              <a:spcAft>
                <a:spcPts val="600"/>
              </a:spcAft>
            </a:pPr>
            <a:endParaRPr lang="en-GB" sz="4000">
              <a:solidFill>
                <a:srgbClr val="FFFFFF"/>
              </a:solidFill>
            </a:endParaRPr>
          </a:p>
        </p:txBody>
      </p:sp>
      <p:sp>
        <p:nvSpPr>
          <p:cNvPr id="530" name="We zijn de ontdekkers, de krakers, de positieve impact makers!">
            <a:extLst>
              <a:ext uri="{FF2B5EF4-FFF2-40B4-BE49-F238E27FC236}">
                <a16:creationId xmlns:a16="http://schemas.microsoft.com/office/drawing/2014/main" id="{5076F924-1026-85E1-E676-0D982DE7483A}"/>
              </a:ext>
            </a:extLst>
          </p:cNvPr>
          <p:cNvSpPr txBox="1">
            <a:spLocks noGrp="1"/>
          </p:cNvSpPr>
          <p:nvPr>
            <p:ph type="body" idx="22"/>
          </p:nvPr>
        </p:nvSpPr>
        <p:spPr>
          <a:xfrm>
            <a:off x="2212310" y="2544943"/>
            <a:ext cx="21366147" cy="1955407"/>
          </a:xfrm>
          <a:prstGeom prst="rect">
            <a:avLst/>
          </a:prstGeom>
        </p:spPr>
        <p:txBody>
          <a:bodyPr wrap="square" lIns="50800" tIns="50800" rIns="50800" bIns="50800" anchor="t">
            <a:spAutoFit/>
          </a:bodyPr>
          <a:lstStyle/>
          <a:p>
            <a:pPr lvl="1" indent="0" defTabSz="2438338">
              <a:lnSpc>
                <a:spcPct val="200000"/>
              </a:lnSpc>
              <a:defRPr sz="7000" spc="-349">
                <a:solidFill>
                  <a:srgbClr val="C7BCAA"/>
                </a:solidFill>
                <a:latin typeface="OpenSans-Extrabold"/>
                <a:ea typeface="OpenSans-Extrabold"/>
                <a:cs typeface="OpenSans-Extrabold"/>
                <a:sym typeface="OpenSans-Extrabold"/>
              </a:defRPr>
            </a:pPr>
            <a:r>
              <a:rPr lang="nl-NL">
                <a:ea typeface="+mn-lt"/>
                <a:cs typeface="+mn-lt"/>
              </a:rPr>
              <a:t>Zaaksysteem</a:t>
            </a:r>
            <a:endParaRPr lang="nl-NL" sz="4800" b="0">
              <a:ea typeface="+mn-lt"/>
              <a:cs typeface="+mn-lt"/>
            </a:endParaRPr>
          </a:p>
        </p:txBody>
      </p:sp>
      <p:sp>
        <p:nvSpPr>
          <p:cNvPr id="2" name="We zijn de ontdekkers, de krakers, de positieve impact makers!">
            <a:extLst>
              <a:ext uri="{FF2B5EF4-FFF2-40B4-BE49-F238E27FC236}">
                <a16:creationId xmlns:a16="http://schemas.microsoft.com/office/drawing/2014/main" id="{D6E62A97-AD23-B106-FD64-F3FEC7713F75}"/>
              </a:ext>
            </a:extLst>
          </p:cNvPr>
          <p:cNvSpPr txBox="1">
            <a:spLocks/>
          </p:cNvSpPr>
          <p:nvPr/>
        </p:nvSpPr>
        <p:spPr>
          <a:xfrm>
            <a:off x="1622095" y="4825408"/>
            <a:ext cx="16413657" cy="71814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anchor="t">
            <a:spAutoFit/>
          </a:bodyPr>
          <a:lstStyle>
            <a:lvl1pPr marL="0" marR="0" indent="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1pPr>
            <a:lvl2pPr marL="0" marR="0" indent="4572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2pPr>
            <a:lvl3pPr marL="0" marR="0" indent="9144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3pPr>
            <a:lvl4pPr marL="0" marR="0" indent="13716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4pPr>
            <a:lvl5pPr marL="0" marR="0" indent="18288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5pPr>
            <a:lvl6pPr marL="0" marR="0" indent="22860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6pPr>
            <a:lvl7pPr marL="0" marR="0" indent="27432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7pPr>
            <a:lvl8pPr marL="0" marR="0" indent="32004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8pPr>
            <a:lvl9pPr marL="0" marR="0" indent="36576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9pPr>
          </a:lstStyle>
          <a:p>
            <a:pPr lvl="8" indent="0" defTabSz="2438338" hangingPunct="1">
              <a:defRPr sz="7000" spc="-349">
                <a:solidFill>
                  <a:srgbClr val="C7BCAA"/>
                </a:solidFill>
                <a:latin typeface="OpenSans-Extrabold"/>
                <a:ea typeface="OpenSans-Extrabold"/>
                <a:cs typeface="OpenSans-Extrabold"/>
                <a:sym typeface="OpenSans-Extrabold"/>
              </a:defRPr>
            </a:pPr>
            <a:endParaRPr lang="nl-NL" sz="4000" b="0" spc="-349">
              <a:solidFill>
                <a:srgbClr val="C7BCAA"/>
              </a:solidFill>
              <a:latin typeface="OpenSans-Extrabold"/>
              <a:ea typeface="+mn-lt"/>
              <a:cs typeface="+mn-lt"/>
              <a:sym typeface="OpenSans-Extrabold"/>
            </a:endParaRPr>
          </a:p>
        </p:txBody>
      </p:sp>
      <p:pic>
        <p:nvPicPr>
          <p:cNvPr id="3" name="Picture 2">
            <a:extLst>
              <a:ext uri="{FF2B5EF4-FFF2-40B4-BE49-F238E27FC236}">
                <a16:creationId xmlns:a16="http://schemas.microsoft.com/office/drawing/2014/main" id="{F406EF78-C8C0-8566-CE41-982F611F0AB7}"/>
              </a:ext>
            </a:extLst>
          </p:cNvPr>
          <p:cNvPicPr>
            <a:picLocks noChangeAspect="1"/>
          </p:cNvPicPr>
          <p:nvPr/>
        </p:nvPicPr>
        <p:blipFill>
          <a:blip r:embed="rId2"/>
          <a:stretch>
            <a:fillRect/>
          </a:stretch>
        </p:blipFill>
        <p:spPr>
          <a:xfrm>
            <a:off x="2205037" y="5040970"/>
            <a:ext cx="20291424" cy="2718288"/>
          </a:xfrm>
          <a:prstGeom prst="rect">
            <a:avLst/>
          </a:prstGeom>
        </p:spPr>
      </p:pic>
    </p:spTree>
    <p:extLst>
      <p:ext uri="{BB962C8B-B14F-4D97-AF65-F5344CB8AC3E}">
        <p14:creationId xmlns:p14="http://schemas.microsoft.com/office/powerpoint/2010/main" val="4283453631"/>
      </p:ext>
    </p:extLst>
  </p:cSld>
  <p:clrMapOvr>
    <a:masterClrMapping/>
  </p:clrMapOvr>
  <mc:AlternateContent xmlns:mc="http://schemas.openxmlformats.org/markup-compatibility/2006" xmlns:p14="http://schemas.microsoft.com/office/powerpoint/2010/main">
    <mc:Choice Requires="p14">
      <p:transition spd="slow" p14:dur="2000">
        <p:push dir="u"/>
      </p:transition>
    </mc:Choice>
    <mc:Fallback xmlns="">
      <p:transition spd="slow">
        <p:push dir="u"/>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65A52-0641-B880-87C9-4E0A6D8BAB23}"/>
            </a:ext>
          </a:extLst>
        </p:cNvPr>
        <p:cNvGrpSpPr/>
        <p:nvPr/>
      </p:nvGrpSpPr>
      <p:grpSpPr>
        <a:xfrm>
          <a:off x="0" y="0"/>
          <a:ext cx="0" cy="0"/>
          <a:chOff x="0" y="0"/>
          <a:chExt cx="0" cy="0"/>
        </a:xfrm>
      </p:grpSpPr>
      <p:sp>
        <p:nvSpPr>
          <p:cNvPr id="529" name="Onze cultuur">
            <a:extLst>
              <a:ext uri="{FF2B5EF4-FFF2-40B4-BE49-F238E27FC236}">
                <a16:creationId xmlns:a16="http://schemas.microsoft.com/office/drawing/2014/main" id="{AE573B10-8DC0-221E-EA9E-AE337EEDF0F6}"/>
              </a:ext>
            </a:extLst>
          </p:cNvPr>
          <p:cNvSpPr txBox="1">
            <a:spLocks noGrp="1"/>
          </p:cNvSpPr>
          <p:nvPr>
            <p:ph type="body" idx="21"/>
          </p:nvPr>
        </p:nvSpPr>
        <p:spPr>
          <a:xfrm>
            <a:off x="2205418" y="1633351"/>
            <a:ext cx="14269932" cy="1333698"/>
          </a:xfrm>
          <a:prstGeom prst="rect">
            <a:avLst/>
          </a:prstGeom>
        </p:spPr>
        <p:txBody>
          <a:bodyPr wrap="none" lIns="50800" tIns="50800" rIns="50800" bIns="50800" anchor="t">
            <a:spAutoFit/>
          </a:bodyPr>
          <a:lstStyle/>
          <a:p>
            <a:r>
              <a:rPr lang="en-GB" sz="4000">
                <a:solidFill>
                  <a:srgbClr val="FFFFFF"/>
                </a:solidFill>
                <a:ea typeface="+mn-lt"/>
                <a:cs typeface="+mn-lt"/>
              </a:rPr>
              <a:t>Sprint - Xanthic    Team Fincent     14-07 – 28-07</a:t>
            </a:r>
            <a:endParaRPr lang="en-GB" sz="4000" b="0">
              <a:ea typeface="+mn-lt"/>
              <a:cs typeface="+mn-lt"/>
            </a:endParaRPr>
          </a:p>
          <a:p>
            <a:pPr>
              <a:spcAft>
                <a:spcPts val="600"/>
              </a:spcAft>
            </a:pPr>
            <a:endParaRPr lang="en-GB" sz="4000">
              <a:solidFill>
                <a:srgbClr val="FFFFFF"/>
              </a:solidFill>
            </a:endParaRPr>
          </a:p>
        </p:txBody>
      </p:sp>
      <p:sp>
        <p:nvSpPr>
          <p:cNvPr id="530" name="We zijn de ontdekkers, de krakers, de positieve impact makers!">
            <a:extLst>
              <a:ext uri="{FF2B5EF4-FFF2-40B4-BE49-F238E27FC236}">
                <a16:creationId xmlns:a16="http://schemas.microsoft.com/office/drawing/2014/main" id="{F125A383-94F4-E4F5-403C-E83A5FB93A21}"/>
              </a:ext>
            </a:extLst>
          </p:cNvPr>
          <p:cNvSpPr txBox="1">
            <a:spLocks noGrp="1"/>
          </p:cNvSpPr>
          <p:nvPr>
            <p:ph type="body" idx="22"/>
          </p:nvPr>
        </p:nvSpPr>
        <p:spPr>
          <a:xfrm>
            <a:off x="2212310" y="2544943"/>
            <a:ext cx="21366147" cy="1955407"/>
          </a:xfrm>
          <a:prstGeom prst="rect">
            <a:avLst/>
          </a:prstGeom>
        </p:spPr>
        <p:txBody>
          <a:bodyPr wrap="square" lIns="50800" tIns="50800" rIns="50800" bIns="50800" anchor="t">
            <a:spAutoFit/>
          </a:bodyPr>
          <a:lstStyle/>
          <a:p>
            <a:pPr lvl="1" indent="0" defTabSz="2438338">
              <a:lnSpc>
                <a:spcPct val="200000"/>
              </a:lnSpc>
              <a:defRPr sz="7000" spc="-349">
                <a:solidFill>
                  <a:srgbClr val="C7BCAA"/>
                </a:solidFill>
                <a:latin typeface="OpenSans-Extrabold"/>
                <a:ea typeface="OpenSans-Extrabold"/>
                <a:cs typeface="OpenSans-Extrabold"/>
                <a:sym typeface="OpenSans-Extrabold"/>
              </a:defRPr>
            </a:pPr>
            <a:r>
              <a:rPr lang="nl-NL">
                <a:ea typeface="+mn-lt"/>
                <a:cs typeface="+mn-lt"/>
              </a:rPr>
              <a:t>Mijn Geldzaken</a:t>
            </a:r>
            <a:endParaRPr lang="nl-NL" sz="4800" b="0">
              <a:ea typeface="+mn-lt"/>
              <a:cs typeface="+mn-lt"/>
            </a:endParaRPr>
          </a:p>
        </p:txBody>
      </p:sp>
      <p:sp>
        <p:nvSpPr>
          <p:cNvPr id="2" name="We zijn de ontdekkers, de krakers, de positieve impact makers!">
            <a:extLst>
              <a:ext uri="{FF2B5EF4-FFF2-40B4-BE49-F238E27FC236}">
                <a16:creationId xmlns:a16="http://schemas.microsoft.com/office/drawing/2014/main" id="{3D72FE2A-624D-D640-E45F-53F9A5154703}"/>
              </a:ext>
            </a:extLst>
          </p:cNvPr>
          <p:cNvSpPr txBox="1">
            <a:spLocks/>
          </p:cNvSpPr>
          <p:nvPr/>
        </p:nvSpPr>
        <p:spPr>
          <a:xfrm>
            <a:off x="1622095" y="4825408"/>
            <a:ext cx="16413657" cy="7181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t">
            <a:spAutoFit/>
          </a:bodyPr>
          <a:lstStyle>
            <a:lvl1pPr marL="0" marR="0" indent="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1pPr>
            <a:lvl2pPr marL="0" marR="0" indent="4572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2pPr>
            <a:lvl3pPr marL="0" marR="0" indent="9144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3pPr>
            <a:lvl4pPr marL="0" marR="0" indent="13716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4pPr>
            <a:lvl5pPr marL="0" marR="0" indent="18288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5pPr>
            <a:lvl6pPr marL="0" marR="0" indent="22860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6pPr>
            <a:lvl7pPr marL="0" marR="0" indent="27432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7pPr>
            <a:lvl8pPr marL="0" marR="0" indent="32004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8pPr>
            <a:lvl9pPr marL="0" marR="0" indent="36576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9pPr>
          </a:lstStyle>
          <a:p>
            <a:pPr lvl="8" indent="0" defTabSz="2438338" hangingPunct="1">
              <a:defRPr sz="7000" spc="-349">
                <a:solidFill>
                  <a:srgbClr val="C7BCAA"/>
                </a:solidFill>
                <a:latin typeface="OpenSans-Extrabold"/>
                <a:ea typeface="OpenSans-Extrabold"/>
                <a:cs typeface="OpenSans-Extrabold"/>
                <a:sym typeface="OpenSans-Extrabold"/>
              </a:defRPr>
            </a:pPr>
            <a:endParaRPr lang="nl-NL" sz="4000" b="0" spc="-349">
              <a:solidFill>
                <a:srgbClr val="C7BCAA"/>
              </a:solidFill>
              <a:latin typeface="OpenSans-Extrabold"/>
              <a:ea typeface="+mn-lt"/>
              <a:cs typeface="+mn-lt"/>
              <a:sym typeface="OpenSans-Extrabold"/>
            </a:endParaRPr>
          </a:p>
        </p:txBody>
      </p:sp>
      <p:pic>
        <p:nvPicPr>
          <p:cNvPr id="3" name="Picture 2">
            <a:extLst>
              <a:ext uri="{FF2B5EF4-FFF2-40B4-BE49-F238E27FC236}">
                <a16:creationId xmlns:a16="http://schemas.microsoft.com/office/drawing/2014/main" id="{9075E74C-77B2-D402-2F0B-C2BC9027EF88}"/>
              </a:ext>
            </a:extLst>
          </p:cNvPr>
          <p:cNvPicPr>
            <a:picLocks noChangeAspect="1"/>
          </p:cNvPicPr>
          <p:nvPr/>
        </p:nvPicPr>
        <p:blipFill>
          <a:blip r:embed="rId3"/>
          <a:stretch>
            <a:fillRect/>
          </a:stretch>
        </p:blipFill>
        <p:spPr>
          <a:xfrm>
            <a:off x="2203654" y="5052422"/>
            <a:ext cx="18402055" cy="6230082"/>
          </a:xfrm>
          <a:prstGeom prst="rect">
            <a:avLst/>
          </a:prstGeom>
        </p:spPr>
      </p:pic>
    </p:spTree>
    <p:extLst>
      <p:ext uri="{BB962C8B-B14F-4D97-AF65-F5344CB8AC3E}">
        <p14:creationId xmlns:p14="http://schemas.microsoft.com/office/powerpoint/2010/main" val="3023541244"/>
      </p:ext>
    </p:extLst>
  </p:cSld>
  <p:clrMapOvr>
    <a:masterClrMapping/>
  </p:clrMapOvr>
  <mc:AlternateContent xmlns:mc="http://schemas.openxmlformats.org/markup-compatibility/2006" xmlns:p14="http://schemas.microsoft.com/office/powerpoint/2010/main">
    <mc:Choice Requires="p14">
      <p:transition spd="slow" p14:dur="2000">
        <p:push dir="u"/>
      </p:transition>
    </mc:Choice>
    <mc:Fallback xmlns="">
      <p:transition spd="slow">
        <p:push dir="u"/>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498F3-342A-9D41-50D2-6BB69C6BF589}"/>
            </a:ext>
          </a:extLst>
        </p:cNvPr>
        <p:cNvGrpSpPr/>
        <p:nvPr/>
      </p:nvGrpSpPr>
      <p:grpSpPr>
        <a:xfrm>
          <a:off x="0" y="0"/>
          <a:ext cx="0" cy="0"/>
          <a:chOff x="0" y="0"/>
          <a:chExt cx="0" cy="0"/>
        </a:xfrm>
      </p:grpSpPr>
      <p:sp>
        <p:nvSpPr>
          <p:cNvPr id="529" name="Onze cultuur">
            <a:extLst>
              <a:ext uri="{FF2B5EF4-FFF2-40B4-BE49-F238E27FC236}">
                <a16:creationId xmlns:a16="http://schemas.microsoft.com/office/drawing/2014/main" id="{7E9B9507-048D-063C-A68F-67778563563C}"/>
              </a:ext>
            </a:extLst>
          </p:cNvPr>
          <p:cNvSpPr txBox="1">
            <a:spLocks noGrp="1"/>
          </p:cNvSpPr>
          <p:nvPr>
            <p:ph type="body" idx="21"/>
          </p:nvPr>
        </p:nvSpPr>
        <p:spPr>
          <a:xfrm>
            <a:off x="2205418" y="1633351"/>
            <a:ext cx="14269932" cy="1333698"/>
          </a:xfrm>
          <a:prstGeom prst="rect">
            <a:avLst/>
          </a:prstGeom>
        </p:spPr>
        <p:txBody>
          <a:bodyPr wrap="none" lIns="50800" tIns="50800" rIns="50800" bIns="50800" anchor="t">
            <a:spAutoFit/>
          </a:bodyPr>
          <a:lstStyle/>
          <a:p>
            <a:r>
              <a:rPr lang="en-GB" sz="4000">
                <a:solidFill>
                  <a:srgbClr val="FFFFFF"/>
                </a:solidFill>
                <a:ea typeface="+mn-lt"/>
                <a:cs typeface="+mn-lt"/>
              </a:rPr>
              <a:t>Sprint - Xanthic    Team Fincent     14-07 – 28-07</a:t>
            </a:r>
            <a:endParaRPr lang="en-GB" sz="4000" b="0">
              <a:ea typeface="+mn-lt"/>
              <a:cs typeface="+mn-lt"/>
            </a:endParaRPr>
          </a:p>
          <a:p>
            <a:pPr>
              <a:spcAft>
                <a:spcPts val="600"/>
              </a:spcAft>
            </a:pPr>
            <a:endParaRPr lang="en-GB" sz="4000">
              <a:solidFill>
                <a:srgbClr val="FFFFFF"/>
              </a:solidFill>
            </a:endParaRPr>
          </a:p>
        </p:txBody>
      </p:sp>
      <p:sp>
        <p:nvSpPr>
          <p:cNvPr id="530" name="We zijn de ontdekkers, de krakers, de positieve impact makers!">
            <a:extLst>
              <a:ext uri="{FF2B5EF4-FFF2-40B4-BE49-F238E27FC236}">
                <a16:creationId xmlns:a16="http://schemas.microsoft.com/office/drawing/2014/main" id="{5B9EAE45-85DC-7EF1-A39C-E7DD51DD4836}"/>
              </a:ext>
            </a:extLst>
          </p:cNvPr>
          <p:cNvSpPr txBox="1">
            <a:spLocks noGrp="1"/>
          </p:cNvSpPr>
          <p:nvPr>
            <p:ph type="body" idx="22"/>
          </p:nvPr>
        </p:nvSpPr>
        <p:spPr>
          <a:xfrm>
            <a:off x="2212310" y="2544943"/>
            <a:ext cx="21366147" cy="1955407"/>
          </a:xfrm>
          <a:prstGeom prst="rect">
            <a:avLst/>
          </a:prstGeom>
        </p:spPr>
        <p:txBody>
          <a:bodyPr wrap="square" lIns="50800" tIns="50800" rIns="50800" bIns="50800" anchor="t">
            <a:spAutoFit/>
          </a:bodyPr>
          <a:lstStyle/>
          <a:p>
            <a:pPr lvl="1" indent="0" defTabSz="2438338">
              <a:lnSpc>
                <a:spcPct val="200000"/>
              </a:lnSpc>
              <a:defRPr sz="7000" spc="-349">
                <a:solidFill>
                  <a:srgbClr val="C7BCAA"/>
                </a:solidFill>
                <a:latin typeface="OpenSans-Extrabold"/>
                <a:ea typeface="OpenSans-Extrabold"/>
                <a:cs typeface="OpenSans-Extrabold"/>
                <a:sym typeface="OpenSans-Extrabold"/>
              </a:defRPr>
            </a:pPr>
            <a:r>
              <a:rPr lang="nl-NL" dirty="0" err="1">
                <a:ea typeface="+mn-lt"/>
                <a:cs typeface="+mn-lt"/>
              </a:rPr>
              <a:t>Vroegsignalering</a:t>
            </a:r>
            <a:endParaRPr lang="nl-NL" sz="4800" b="0" dirty="0" err="1">
              <a:ea typeface="+mn-lt"/>
              <a:cs typeface="+mn-lt"/>
            </a:endParaRPr>
          </a:p>
        </p:txBody>
      </p:sp>
      <p:sp>
        <p:nvSpPr>
          <p:cNvPr id="2" name="We zijn de ontdekkers, de krakers, de positieve impact makers!">
            <a:extLst>
              <a:ext uri="{FF2B5EF4-FFF2-40B4-BE49-F238E27FC236}">
                <a16:creationId xmlns:a16="http://schemas.microsoft.com/office/drawing/2014/main" id="{77C7D347-89BD-F76B-C0D9-96CCB2E08787}"/>
              </a:ext>
            </a:extLst>
          </p:cNvPr>
          <p:cNvSpPr txBox="1">
            <a:spLocks/>
          </p:cNvSpPr>
          <p:nvPr/>
        </p:nvSpPr>
        <p:spPr>
          <a:xfrm>
            <a:off x="1622095" y="4825408"/>
            <a:ext cx="16413657" cy="7181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t">
            <a:spAutoFit/>
          </a:bodyPr>
          <a:lstStyle>
            <a:lvl1pPr marL="0" marR="0" indent="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1pPr>
            <a:lvl2pPr marL="0" marR="0" indent="4572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2pPr>
            <a:lvl3pPr marL="0" marR="0" indent="9144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3pPr>
            <a:lvl4pPr marL="0" marR="0" indent="13716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4pPr>
            <a:lvl5pPr marL="0" marR="0" indent="18288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5pPr>
            <a:lvl6pPr marL="0" marR="0" indent="22860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6pPr>
            <a:lvl7pPr marL="0" marR="0" indent="27432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7pPr>
            <a:lvl8pPr marL="0" marR="0" indent="32004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8pPr>
            <a:lvl9pPr marL="0" marR="0" indent="36576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9pPr>
          </a:lstStyle>
          <a:p>
            <a:pPr lvl="8" indent="0" defTabSz="2438338" hangingPunct="1">
              <a:defRPr sz="7000" spc="-349">
                <a:solidFill>
                  <a:srgbClr val="C7BCAA"/>
                </a:solidFill>
                <a:latin typeface="OpenSans-Extrabold"/>
                <a:ea typeface="OpenSans-Extrabold"/>
                <a:cs typeface="OpenSans-Extrabold"/>
                <a:sym typeface="OpenSans-Extrabold"/>
              </a:defRPr>
            </a:pPr>
            <a:endParaRPr lang="nl-NL" sz="4000" b="0" spc="-349">
              <a:solidFill>
                <a:srgbClr val="C7BCAA"/>
              </a:solidFill>
              <a:latin typeface="OpenSans-Extrabold"/>
              <a:ea typeface="+mn-lt"/>
              <a:cs typeface="+mn-lt"/>
              <a:sym typeface="OpenSans-Extrabold"/>
            </a:endParaRPr>
          </a:p>
        </p:txBody>
      </p:sp>
      <p:pic>
        <p:nvPicPr>
          <p:cNvPr id="4" name="Picture 3">
            <a:extLst>
              <a:ext uri="{FF2B5EF4-FFF2-40B4-BE49-F238E27FC236}">
                <a16:creationId xmlns:a16="http://schemas.microsoft.com/office/drawing/2014/main" id="{AA77D827-938D-753B-030E-4344040960C0}"/>
              </a:ext>
            </a:extLst>
          </p:cNvPr>
          <p:cNvPicPr>
            <a:picLocks noChangeAspect="1"/>
          </p:cNvPicPr>
          <p:nvPr/>
        </p:nvPicPr>
        <p:blipFill>
          <a:blip r:embed="rId3"/>
          <a:stretch>
            <a:fillRect/>
          </a:stretch>
        </p:blipFill>
        <p:spPr>
          <a:xfrm>
            <a:off x="2214318" y="5181100"/>
            <a:ext cx="20958148" cy="3658465"/>
          </a:xfrm>
          <a:prstGeom prst="rect">
            <a:avLst/>
          </a:prstGeom>
        </p:spPr>
      </p:pic>
    </p:spTree>
    <p:extLst>
      <p:ext uri="{BB962C8B-B14F-4D97-AF65-F5344CB8AC3E}">
        <p14:creationId xmlns:p14="http://schemas.microsoft.com/office/powerpoint/2010/main" val="1878008651"/>
      </p:ext>
    </p:extLst>
  </p:cSld>
  <p:clrMapOvr>
    <a:masterClrMapping/>
  </p:clrMapOvr>
  <mc:AlternateContent xmlns:mc="http://schemas.openxmlformats.org/markup-compatibility/2006" xmlns:p14="http://schemas.microsoft.com/office/powerpoint/2010/main">
    <mc:Choice Requires="p14">
      <p:transition spd="slow" p14:dur="2000">
        <p:push dir="u"/>
      </p:transition>
    </mc:Choice>
    <mc:Fallback xmlns="">
      <p:transition spd="slow">
        <p:push dir="u"/>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B42A4-397F-A9AF-5AEF-EF1AA17FAFD3}"/>
            </a:ext>
          </a:extLst>
        </p:cNvPr>
        <p:cNvGrpSpPr/>
        <p:nvPr/>
      </p:nvGrpSpPr>
      <p:grpSpPr>
        <a:xfrm>
          <a:off x="0" y="0"/>
          <a:ext cx="0" cy="0"/>
          <a:chOff x="0" y="0"/>
          <a:chExt cx="0" cy="0"/>
        </a:xfrm>
      </p:grpSpPr>
      <p:sp>
        <p:nvSpPr>
          <p:cNvPr id="529" name="Onze cultuur">
            <a:extLst>
              <a:ext uri="{FF2B5EF4-FFF2-40B4-BE49-F238E27FC236}">
                <a16:creationId xmlns:a16="http://schemas.microsoft.com/office/drawing/2014/main" id="{E6CB15A8-6347-9960-A522-6D932C76E3E6}"/>
              </a:ext>
            </a:extLst>
          </p:cNvPr>
          <p:cNvSpPr txBox="1">
            <a:spLocks noGrp="1"/>
          </p:cNvSpPr>
          <p:nvPr>
            <p:ph type="body" idx="21"/>
          </p:nvPr>
        </p:nvSpPr>
        <p:spPr>
          <a:xfrm>
            <a:off x="2205418" y="1633351"/>
            <a:ext cx="14269932" cy="1333698"/>
          </a:xfrm>
          <a:prstGeom prst="rect">
            <a:avLst/>
          </a:prstGeom>
        </p:spPr>
        <p:txBody>
          <a:bodyPr wrap="none" lIns="50800" tIns="50800" rIns="50800" bIns="50800" anchor="t">
            <a:spAutoFit/>
          </a:bodyPr>
          <a:lstStyle/>
          <a:p>
            <a:r>
              <a:rPr lang="en-GB" sz="4000">
                <a:solidFill>
                  <a:srgbClr val="FFFFFF"/>
                </a:solidFill>
                <a:ea typeface="+mn-lt"/>
                <a:cs typeface="+mn-lt"/>
              </a:rPr>
              <a:t>Sprint - Xanthic    Team Fincent     14-07 – 28-07</a:t>
            </a:r>
            <a:endParaRPr lang="en-GB" sz="4000" b="0">
              <a:ea typeface="+mn-lt"/>
              <a:cs typeface="+mn-lt"/>
            </a:endParaRPr>
          </a:p>
          <a:p>
            <a:pPr>
              <a:spcAft>
                <a:spcPts val="600"/>
              </a:spcAft>
            </a:pPr>
            <a:endParaRPr lang="en-GB" sz="4000">
              <a:solidFill>
                <a:srgbClr val="FFFFFF"/>
              </a:solidFill>
            </a:endParaRPr>
          </a:p>
        </p:txBody>
      </p:sp>
      <p:sp>
        <p:nvSpPr>
          <p:cNvPr id="2" name="We zijn de ontdekkers, de krakers, de positieve impact makers!">
            <a:extLst>
              <a:ext uri="{FF2B5EF4-FFF2-40B4-BE49-F238E27FC236}">
                <a16:creationId xmlns:a16="http://schemas.microsoft.com/office/drawing/2014/main" id="{7D4B6596-0F53-03F6-DBB0-73E26B632452}"/>
              </a:ext>
            </a:extLst>
          </p:cNvPr>
          <p:cNvSpPr txBox="1">
            <a:spLocks/>
          </p:cNvSpPr>
          <p:nvPr/>
        </p:nvSpPr>
        <p:spPr>
          <a:xfrm>
            <a:off x="1622095" y="4825408"/>
            <a:ext cx="16413657" cy="7181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t">
            <a:spAutoFit/>
          </a:bodyPr>
          <a:lstStyle>
            <a:lvl1pPr marL="0" marR="0" indent="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1pPr>
            <a:lvl2pPr marL="0" marR="0" indent="4572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2pPr>
            <a:lvl3pPr marL="0" marR="0" indent="9144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3pPr>
            <a:lvl4pPr marL="0" marR="0" indent="13716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4pPr>
            <a:lvl5pPr marL="0" marR="0" indent="18288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5pPr>
            <a:lvl6pPr marL="0" marR="0" indent="22860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6pPr>
            <a:lvl7pPr marL="0" marR="0" indent="27432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7pPr>
            <a:lvl8pPr marL="0" marR="0" indent="32004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8pPr>
            <a:lvl9pPr marL="0" marR="0" indent="3657600" algn="l" defTabSz="825500" rtl="0" latinLnBrk="0">
              <a:lnSpc>
                <a:spcPct val="100000"/>
              </a:lnSpc>
              <a:spcBef>
                <a:spcPts val="0"/>
              </a:spcBef>
              <a:spcAft>
                <a:spcPts val="0"/>
              </a:spcAft>
              <a:buClrTx/>
              <a:buSzTx/>
              <a:buFontTx/>
              <a:buNone/>
              <a:tabLst/>
              <a:defRPr sz="5500" b="1" i="0" u="none" strike="noStrike" cap="none" spc="0" baseline="0">
                <a:solidFill>
                  <a:srgbClr val="000000"/>
                </a:solidFill>
                <a:uFillTx/>
                <a:latin typeface="+mn-lt"/>
                <a:ea typeface="+mn-ea"/>
                <a:cs typeface="+mn-cs"/>
                <a:sym typeface="Helvetica Neue"/>
              </a:defRPr>
            </a:lvl9pPr>
          </a:lstStyle>
          <a:p>
            <a:pPr lvl="8" indent="0" defTabSz="2438338" hangingPunct="1">
              <a:defRPr sz="7000" spc="-349">
                <a:solidFill>
                  <a:srgbClr val="C7BCAA"/>
                </a:solidFill>
                <a:latin typeface="OpenSans-Extrabold"/>
                <a:ea typeface="OpenSans-Extrabold"/>
                <a:cs typeface="OpenSans-Extrabold"/>
                <a:sym typeface="OpenSans-Extrabold"/>
              </a:defRPr>
            </a:pPr>
            <a:endParaRPr lang="nl-NL" sz="4000" b="0" spc="-349">
              <a:solidFill>
                <a:srgbClr val="C7BCAA"/>
              </a:solidFill>
              <a:latin typeface="OpenSans-Extrabold"/>
              <a:ea typeface="+mn-lt"/>
              <a:cs typeface="+mn-lt"/>
              <a:sym typeface="OpenSans-Extrabold"/>
            </a:endParaRPr>
          </a:p>
        </p:txBody>
      </p:sp>
      <p:pic>
        <p:nvPicPr>
          <p:cNvPr id="3" name="Picture 2">
            <a:extLst>
              <a:ext uri="{FF2B5EF4-FFF2-40B4-BE49-F238E27FC236}">
                <a16:creationId xmlns:a16="http://schemas.microsoft.com/office/drawing/2014/main" id="{DEAFB31D-DA73-B7F8-1800-9A825CFBD229}"/>
              </a:ext>
            </a:extLst>
          </p:cNvPr>
          <p:cNvPicPr>
            <a:picLocks noChangeAspect="1"/>
          </p:cNvPicPr>
          <p:nvPr/>
        </p:nvPicPr>
        <p:blipFill>
          <a:blip r:embed="rId3"/>
          <a:stretch>
            <a:fillRect/>
          </a:stretch>
        </p:blipFill>
        <p:spPr>
          <a:xfrm>
            <a:off x="2203359" y="4449105"/>
            <a:ext cx="17641032" cy="7343286"/>
          </a:xfrm>
          <a:prstGeom prst="rect">
            <a:avLst/>
          </a:prstGeom>
        </p:spPr>
      </p:pic>
    </p:spTree>
    <p:extLst>
      <p:ext uri="{BB962C8B-B14F-4D97-AF65-F5344CB8AC3E}">
        <p14:creationId xmlns:p14="http://schemas.microsoft.com/office/powerpoint/2010/main" val="3647541047"/>
      </p:ext>
    </p:extLst>
  </p:cSld>
  <p:clrMapOvr>
    <a:masterClrMapping/>
  </p:clrMapOvr>
  <mc:AlternateContent xmlns:mc="http://schemas.openxmlformats.org/markup-compatibility/2006" xmlns:p14="http://schemas.microsoft.com/office/powerpoint/2010/main">
    <mc:Choice Requires="p14">
      <p:transition spd="slow" p14:dur="2000">
        <p:push dir="u"/>
      </p:transition>
    </mc:Choice>
    <mc:Fallback xmlns="">
      <p:transition spd="slow">
        <p:push dir="u"/>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0AEB7-DCA5-DF3D-23CF-7CBB92EC10CB}"/>
            </a:ext>
          </a:extLst>
        </p:cNvPr>
        <p:cNvGrpSpPr/>
        <p:nvPr/>
      </p:nvGrpSpPr>
      <p:grpSpPr>
        <a:xfrm>
          <a:off x="0" y="0"/>
          <a:ext cx="0" cy="0"/>
          <a:chOff x="0" y="0"/>
          <a:chExt cx="0" cy="0"/>
        </a:xfrm>
      </p:grpSpPr>
      <p:sp>
        <p:nvSpPr>
          <p:cNvPr id="530" name="We zijn de ontdekkers, de krakers, de positieve impact makers!">
            <a:extLst>
              <a:ext uri="{FF2B5EF4-FFF2-40B4-BE49-F238E27FC236}">
                <a16:creationId xmlns:a16="http://schemas.microsoft.com/office/drawing/2014/main" id="{A0708BC9-A1A4-73F4-06A6-FBB9F2EA16AB}"/>
              </a:ext>
            </a:extLst>
          </p:cNvPr>
          <p:cNvSpPr txBox="1">
            <a:spLocks noGrp="1"/>
          </p:cNvSpPr>
          <p:nvPr>
            <p:ph type="body" sz="half" idx="1"/>
          </p:nvPr>
        </p:nvSpPr>
        <p:spPr>
          <a:xfrm>
            <a:off x="6763407" y="1765738"/>
            <a:ext cx="16548481" cy="11269778"/>
          </a:xfrm>
        </p:spPr>
        <p:txBody>
          <a:bodyPr lIns="50800" tIns="50800" rIns="50800" bIns="50800" anchor="t">
            <a:normAutofit/>
          </a:bodyPr>
          <a:lstStyle/>
          <a:p>
            <a:pPr lvl="8" indent="0" defTabSz="2438338">
              <a:lnSpc>
                <a:spcPct val="150000"/>
              </a:lnSpc>
              <a:defRPr sz="7000" spc="-349">
                <a:solidFill>
                  <a:srgbClr val="C7BCAA"/>
                </a:solidFill>
                <a:latin typeface="OpenSans-Extrabold"/>
                <a:ea typeface="OpenSans-Extrabold"/>
                <a:cs typeface="OpenSans-Extrabold"/>
                <a:sym typeface="OpenSans-Extrabold"/>
              </a:defRPr>
            </a:pPr>
            <a:endParaRPr lang="nl-NL" sz="4400" b="0" spc="-349" dirty="0">
              <a:solidFill>
                <a:srgbClr val="C7BCAA"/>
              </a:solidFill>
              <a:latin typeface="OpenSans-Extrabold"/>
              <a:ea typeface="+mn-lt"/>
              <a:cs typeface="+mn-lt"/>
            </a:endParaRPr>
          </a:p>
        </p:txBody>
      </p:sp>
      <p:sp>
        <p:nvSpPr>
          <p:cNvPr id="535" name="Title 2">
            <a:extLst>
              <a:ext uri="{FF2B5EF4-FFF2-40B4-BE49-F238E27FC236}">
                <a16:creationId xmlns:a16="http://schemas.microsoft.com/office/drawing/2014/main" id="{DE33D949-DA9F-2087-C350-08CE2DD4EA97}"/>
              </a:ext>
            </a:extLst>
          </p:cNvPr>
          <p:cNvSpPr>
            <a:spLocks noGrp="1"/>
          </p:cNvSpPr>
          <p:nvPr>
            <p:ph type="title"/>
          </p:nvPr>
        </p:nvSpPr>
        <p:spPr>
          <a:xfrm>
            <a:off x="2221127" y="2749350"/>
            <a:ext cx="4321563" cy="2232553"/>
          </a:xfrm>
        </p:spPr>
        <p:txBody>
          <a:bodyPr/>
          <a:lstStyle/>
          <a:p>
            <a:r>
              <a:rPr lang="en-US"/>
              <a:t>Demo</a:t>
            </a:r>
          </a:p>
        </p:txBody>
      </p:sp>
      <p:sp>
        <p:nvSpPr>
          <p:cNvPr id="5" name="Text Placeholder 2">
            <a:extLst>
              <a:ext uri="{FF2B5EF4-FFF2-40B4-BE49-F238E27FC236}">
                <a16:creationId xmlns:a16="http://schemas.microsoft.com/office/drawing/2014/main" id="{456C29CE-6D91-4521-E50A-48590B39DEB7}"/>
              </a:ext>
            </a:extLst>
          </p:cNvPr>
          <p:cNvSpPr>
            <a:spLocks noGrp="1"/>
          </p:cNvSpPr>
          <p:nvPr>
            <p:ph type="body" sz="quarter" idx="21"/>
          </p:nvPr>
        </p:nvSpPr>
        <p:spPr>
          <a:xfrm>
            <a:off x="1653571" y="5249042"/>
            <a:ext cx="4747229" cy="5994400"/>
          </a:xfrm>
        </p:spPr>
        <p:txBody>
          <a:bodyPr lIns="0" tIns="0" rIns="0" bIns="0" anchor="t">
            <a:normAutofit/>
          </a:bodyPr>
          <a:lstStyle/>
          <a:p>
            <a:pPr>
              <a:spcAft>
                <a:spcPts val="600"/>
              </a:spcAft>
            </a:pPr>
            <a:r>
              <a:rPr lang="en-GB" sz="3600" dirty="0">
                <a:solidFill>
                  <a:srgbClr val="FFFFFF"/>
                </a:solidFill>
              </a:rPr>
              <a:t>Team Fincent	</a:t>
            </a:r>
          </a:p>
          <a:p>
            <a:pPr>
              <a:spcAft>
                <a:spcPts val="600"/>
              </a:spcAft>
            </a:pPr>
            <a:r>
              <a:rPr lang="nl-NL" sz="3600" dirty="0">
                <a:solidFill>
                  <a:srgbClr val="FFFFFF"/>
                </a:solidFill>
              </a:rPr>
              <a:t>28 juli </a:t>
            </a:r>
            <a:r>
              <a:rPr lang="en-GB" sz="3600" dirty="0">
                <a:solidFill>
                  <a:srgbClr val="FFFFFF"/>
                </a:solidFill>
              </a:rPr>
              <a:t>2025</a:t>
            </a:r>
          </a:p>
        </p:txBody>
      </p:sp>
      <p:sp>
        <p:nvSpPr>
          <p:cNvPr id="2" name="Cloud 1">
            <a:extLst>
              <a:ext uri="{FF2B5EF4-FFF2-40B4-BE49-F238E27FC236}">
                <a16:creationId xmlns:a16="http://schemas.microsoft.com/office/drawing/2014/main" id="{08F67FC4-8804-E52D-19A9-C4E0A38CCFC5}"/>
              </a:ext>
            </a:extLst>
          </p:cNvPr>
          <p:cNvSpPr/>
          <p:nvPr/>
        </p:nvSpPr>
        <p:spPr>
          <a:xfrm>
            <a:off x="18985380" y="1926467"/>
            <a:ext cx="4094753" cy="1280597"/>
          </a:xfrm>
          <a:prstGeom prst="cloud">
            <a:avLst/>
          </a:prstGeom>
          <a:solidFill>
            <a:srgbClr val="2D815F"/>
          </a:solidFill>
          <a:ln w="12700" cap="flat">
            <a:noFill/>
            <a:miter lim="400000"/>
          </a:ln>
          <a:effectLst/>
          <a:scene3d>
            <a:camera prst="orthographicFront"/>
            <a:lightRig rig="threePt" dir="t"/>
          </a:scene3d>
          <a:sp3d>
            <a:bevel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nl-NL"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rPr>
              <a:t>Release </a:t>
            </a:r>
          </a:p>
          <a:p>
            <a:pPr marL="0" marR="0" indent="0" algn="ctr" defTabSz="825500" rtl="0" fontAlgn="auto" latinLnBrk="0" hangingPunct="0">
              <a:lnSpc>
                <a:spcPct val="100000"/>
              </a:lnSpc>
              <a:spcBef>
                <a:spcPts val="0"/>
              </a:spcBef>
              <a:spcAft>
                <a:spcPts val="0"/>
              </a:spcAft>
              <a:buClrTx/>
              <a:buSzTx/>
              <a:buFontTx/>
              <a:buNone/>
              <a:tabLst/>
            </a:pPr>
            <a:r>
              <a:rPr lang="nl-NL" dirty="0">
                <a:solidFill>
                  <a:srgbClr val="FFFFFF"/>
                </a:solidFill>
                <a:latin typeface="Helvetica Neue Medium"/>
                <a:ea typeface="Helvetica Neue Medium"/>
                <a:cs typeface="Helvetica Neue Medium"/>
                <a:sym typeface="Helvetica Neue Medium"/>
              </a:rPr>
              <a:t>pre-2025.?</a:t>
            </a:r>
            <a:endParaRPr kumimoji="0" lang="nl-NL"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cxnSp>
        <p:nvCxnSpPr>
          <p:cNvPr id="7" name="Straight Connector 6">
            <a:extLst>
              <a:ext uri="{FF2B5EF4-FFF2-40B4-BE49-F238E27FC236}">
                <a16:creationId xmlns:a16="http://schemas.microsoft.com/office/drawing/2014/main" id="{891D2F4F-00C2-5221-80E2-AD479B80DC19}"/>
              </a:ext>
            </a:extLst>
          </p:cNvPr>
          <p:cNvCxnSpPr/>
          <p:nvPr/>
        </p:nvCxnSpPr>
        <p:spPr>
          <a:xfrm>
            <a:off x="6400800" y="10783611"/>
            <a:ext cx="11887200" cy="0"/>
          </a:xfrm>
          <a:prstGeom prst="line">
            <a:avLst/>
          </a:prstGeom>
          <a:noFill/>
          <a:ln w="38100" cap="flat">
            <a:solidFill>
              <a:srgbClr val="338A67"/>
            </a:solidFill>
            <a:prstDash val="solid"/>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4064649141"/>
      </p:ext>
    </p:extLst>
  </p:cSld>
  <p:clrMapOvr>
    <a:masterClrMapping/>
  </p:clrMapOvr>
  <mc:AlternateContent xmlns:mc="http://schemas.openxmlformats.org/markup-compatibility/2006" xmlns:p14="http://schemas.microsoft.com/office/powerpoint/2010/main">
    <mc:Choice Requires="p14">
      <p:transition spd="slow" p14:dur="2000">
        <p:push dir="u"/>
      </p:transition>
    </mc:Choice>
    <mc:Fallback xmlns="">
      <p:transition spd="slow">
        <p:push dir="u"/>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7E574-C966-8294-C0EF-7C31D333C0FE}"/>
            </a:ext>
          </a:extLst>
        </p:cNvPr>
        <p:cNvGrpSpPr/>
        <p:nvPr/>
      </p:nvGrpSpPr>
      <p:grpSpPr>
        <a:xfrm>
          <a:off x="0" y="0"/>
          <a:ext cx="0" cy="0"/>
          <a:chOff x="0" y="0"/>
          <a:chExt cx="0" cy="0"/>
        </a:xfrm>
      </p:grpSpPr>
      <p:sp>
        <p:nvSpPr>
          <p:cNvPr id="535" name="Title 2">
            <a:extLst>
              <a:ext uri="{FF2B5EF4-FFF2-40B4-BE49-F238E27FC236}">
                <a16:creationId xmlns:a16="http://schemas.microsoft.com/office/drawing/2014/main" id="{0D355379-B226-EB59-404F-1A3FEF0FD854}"/>
              </a:ext>
            </a:extLst>
          </p:cNvPr>
          <p:cNvSpPr>
            <a:spLocks noGrp="1"/>
          </p:cNvSpPr>
          <p:nvPr>
            <p:ph type="title"/>
          </p:nvPr>
        </p:nvSpPr>
        <p:spPr>
          <a:xfrm>
            <a:off x="2221127" y="2749350"/>
            <a:ext cx="9177342" cy="3981652"/>
          </a:xfrm>
        </p:spPr>
        <p:txBody>
          <a:bodyPr/>
          <a:lstStyle/>
          <a:p>
            <a:r>
              <a:rPr lang="en-US"/>
              <a:t>Next</a:t>
            </a:r>
          </a:p>
        </p:txBody>
      </p:sp>
    </p:spTree>
    <p:extLst>
      <p:ext uri="{BB962C8B-B14F-4D97-AF65-F5344CB8AC3E}">
        <p14:creationId xmlns:p14="http://schemas.microsoft.com/office/powerpoint/2010/main" val="3986318474"/>
      </p:ext>
    </p:extLst>
  </p:cSld>
  <p:clrMapOvr>
    <a:masterClrMapping/>
  </p:clrMapOvr>
  <mc:AlternateContent xmlns:mc="http://schemas.openxmlformats.org/markup-compatibility/2006" xmlns:p14="http://schemas.microsoft.com/office/powerpoint/2010/main">
    <mc:Choice Requires="p14">
      <p:transition spd="slow" p14:dur="2000">
        <p:push dir="u"/>
      </p:transition>
    </mc:Choice>
    <mc:Fallback xmlns="">
      <p:transition spd="slow">
        <p:push dir="u"/>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8E75C-9662-9E33-037F-666BD132F07F}"/>
            </a:ext>
          </a:extLst>
        </p:cNvPr>
        <p:cNvGrpSpPr/>
        <p:nvPr/>
      </p:nvGrpSpPr>
      <p:grpSpPr>
        <a:xfrm>
          <a:off x="0" y="0"/>
          <a:ext cx="0" cy="0"/>
          <a:chOff x="0" y="0"/>
          <a:chExt cx="0" cy="0"/>
        </a:xfrm>
      </p:grpSpPr>
      <p:sp>
        <p:nvSpPr>
          <p:cNvPr id="535" name="Title 2">
            <a:extLst>
              <a:ext uri="{FF2B5EF4-FFF2-40B4-BE49-F238E27FC236}">
                <a16:creationId xmlns:a16="http://schemas.microsoft.com/office/drawing/2014/main" id="{54A48C59-D44F-E053-6F57-278F01E9F391}"/>
              </a:ext>
            </a:extLst>
          </p:cNvPr>
          <p:cNvSpPr>
            <a:spLocks noGrp="1"/>
          </p:cNvSpPr>
          <p:nvPr>
            <p:ph type="title"/>
          </p:nvPr>
        </p:nvSpPr>
        <p:spPr>
          <a:xfrm>
            <a:off x="2221127" y="2749350"/>
            <a:ext cx="20087080" cy="2232553"/>
          </a:xfrm>
        </p:spPr>
        <p:txBody>
          <a:bodyPr>
            <a:normAutofit fontScale="90000"/>
          </a:bodyPr>
          <a:lstStyle/>
          <a:p>
            <a:r>
              <a:rPr lang="en-GB" dirty="0"/>
              <a:t>Release pre-2025.? op  Juli</a:t>
            </a:r>
            <a:br>
              <a:rPr lang="en-GB" dirty="0"/>
            </a:br>
            <a:endParaRPr lang="en-US"/>
          </a:p>
        </p:txBody>
      </p:sp>
      <p:sp>
        <p:nvSpPr>
          <p:cNvPr id="5" name="Text Placeholder 2">
            <a:extLst>
              <a:ext uri="{FF2B5EF4-FFF2-40B4-BE49-F238E27FC236}">
                <a16:creationId xmlns:a16="http://schemas.microsoft.com/office/drawing/2014/main" id="{CBA86FD9-D236-8C9A-0D4A-6966E93CB6C4}"/>
              </a:ext>
            </a:extLst>
          </p:cNvPr>
          <p:cNvSpPr>
            <a:spLocks noGrp="1"/>
          </p:cNvSpPr>
          <p:nvPr>
            <p:ph type="body" sz="quarter" idx="21"/>
          </p:nvPr>
        </p:nvSpPr>
        <p:spPr>
          <a:xfrm>
            <a:off x="1572650" y="4378626"/>
            <a:ext cx="8751670" cy="5994400"/>
          </a:xfrm>
        </p:spPr>
        <p:txBody>
          <a:bodyPr>
            <a:normAutofit/>
          </a:bodyPr>
          <a:lstStyle/>
          <a:p>
            <a:pPr>
              <a:spcAft>
                <a:spcPts val="600"/>
              </a:spcAft>
            </a:pPr>
            <a:r>
              <a:rPr lang="en-GB" sz="4800" b="0" spc="-349" err="1">
                <a:solidFill>
                  <a:srgbClr val="C7BCAA"/>
                </a:solidFill>
                <a:latin typeface="OpenSans-Extrabold"/>
                <a:ea typeface="+mn-lt"/>
                <a:cs typeface="+mn-lt"/>
              </a:rPr>
              <a:t>Acceptatie</a:t>
            </a:r>
            <a:r>
              <a:rPr lang="en-GB" sz="4800" b="0" spc="-349">
                <a:solidFill>
                  <a:srgbClr val="C7BCAA"/>
                </a:solidFill>
                <a:latin typeface="OpenSans-Extrabold"/>
                <a:ea typeface="+mn-lt"/>
                <a:cs typeface="+mn-lt"/>
              </a:rPr>
              <a:t> release stories</a:t>
            </a:r>
          </a:p>
          <a:p>
            <a:pPr>
              <a:spcAft>
                <a:spcPts val="600"/>
              </a:spcAft>
            </a:pPr>
            <a:endParaRPr lang="en-GB" sz="4800" b="0" spc="-349">
              <a:solidFill>
                <a:srgbClr val="C7BCAA"/>
              </a:solidFill>
              <a:latin typeface="OpenSans-Extrabold"/>
              <a:ea typeface="+mn-lt"/>
              <a:cs typeface="+mn-lt"/>
            </a:endParaRPr>
          </a:p>
        </p:txBody>
      </p:sp>
    </p:spTree>
    <p:extLst>
      <p:ext uri="{BB962C8B-B14F-4D97-AF65-F5344CB8AC3E}">
        <p14:creationId xmlns:p14="http://schemas.microsoft.com/office/powerpoint/2010/main" val="2789354036"/>
      </p:ext>
    </p:extLst>
  </p:cSld>
  <p:clrMapOvr>
    <a:masterClrMapping/>
  </p:clrMapOvr>
  <mc:AlternateContent xmlns:mc="http://schemas.openxmlformats.org/markup-compatibility/2006" xmlns:p14="http://schemas.microsoft.com/office/powerpoint/2010/main">
    <mc:Choice Requires="p14">
      <p:transition spd="slow" p14:dur="2000">
        <p:push dir="u"/>
      </p:transition>
    </mc:Choice>
    <mc:Fallback xmlns="">
      <p:transition spd="slow">
        <p:push dir="u"/>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 name="Onze cultuur"/>
          <p:cNvSpPr txBox="1">
            <a:spLocks noGrp="1"/>
          </p:cNvSpPr>
          <p:nvPr>
            <p:ph type="body" idx="21"/>
          </p:nvPr>
        </p:nvSpPr>
        <p:spPr>
          <a:xfrm>
            <a:off x="2205419" y="1633351"/>
            <a:ext cx="3407984" cy="718145"/>
          </a:xfrm>
          <a:prstGeom prst="rect">
            <a:avLst/>
          </a:prstGeom>
        </p:spPr>
        <p:txBody>
          <a:bodyPr wrap="none" lIns="50800" tIns="50800" rIns="50800" bIns="50800" anchor="t">
            <a:spAutoFit/>
          </a:bodyPr>
          <a:lstStyle/>
          <a:p>
            <a:pPr>
              <a:spcAft>
                <a:spcPts val="600"/>
              </a:spcAft>
            </a:pPr>
            <a:r>
              <a:rPr lang="en-GB" sz="4000">
                <a:solidFill>
                  <a:srgbClr val="FFFFFF"/>
                </a:solidFill>
              </a:rPr>
              <a:t>Team Fincent</a:t>
            </a:r>
          </a:p>
        </p:txBody>
      </p:sp>
      <p:sp>
        <p:nvSpPr>
          <p:cNvPr id="530" name="We zijn de ontdekkers, de krakers, de positieve impact makers!"/>
          <p:cNvSpPr txBox="1">
            <a:spLocks noGrp="1"/>
          </p:cNvSpPr>
          <p:nvPr>
            <p:ph type="body" idx="22"/>
          </p:nvPr>
        </p:nvSpPr>
        <p:spPr>
          <a:xfrm>
            <a:off x="1881234" y="3069641"/>
            <a:ext cx="20348145" cy="4657044"/>
          </a:xfrm>
          <a:prstGeom prst="rect">
            <a:avLst/>
          </a:prstGeom>
        </p:spPr>
        <p:txBody>
          <a:bodyPr wrap="square" lIns="50800" tIns="50800" rIns="50800" bIns="50800" anchor="t">
            <a:spAutoFit/>
          </a:bodyPr>
          <a:lstStyle/>
          <a:p>
            <a:pPr lvl="1" indent="0" defTabSz="2438338">
              <a:lnSpc>
                <a:spcPct val="70000"/>
              </a:lnSpc>
              <a:defRPr sz="7000" spc="-349">
                <a:solidFill>
                  <a:srgbClr val="C7BCAA"/>
                </a:solidFill>
                <a:latin typeface="OpenSans-Extrabold"/>
                <a:ea typeface="OpenSans-Extrabold"/>
                <a:cs typeface="OpenSans-Extrabold"/>
                <a:sym typeface="OpenSans-Extrabold"/>
              </a:defRPr>
            </a:pPr>
            <a:r>
              <a:rPr lang="nl-NL" sz="7000" spc="-349" dirty="0">
                <a:solidFill>
                  <a:srgbClr val="C7BCAA"/>
                </a:solidFill>
                <a:latin typeface="OpenSans-Extrabold"/>
                <a:ea typeface="+mn-lt"/>
                <a:cs typeface="+mn-lt"/>
              </a:rPr>
              <a:t>Sprint </a:t>
            </a:r>
            <a:r>
              <a:rPr lang="nl-NL" sz="7000" spc="-349" dirty="0" err="1">
                <a:solidFill>
                  <a:srgbClr val="C7BCAA"/>
                </a:solidFill>
                <a:latin typeface="OpenSans-Extrabold"/>
                <a:ea typeface="+mn-lt"/>
                <a:cs typeface="+mn-lt"/>
              </a:rPr>
              <a:t>Yellow</a:t>
            </a:r>
            <a:r>
              <a:rPr lang="nl-NL" sz="7000" spc="-349" dirty="0">
                <a:solidFill>
                  <a:srgbClr val="C7BCAA"/>
                </a:solidFill>
                <a:latin typeface="OpenSans-Extrabold"/>
                <a:ea typeface="+mn-lt"/>
                <a:cs typeface="+mn-lt"/>
              </a:rPr>
              <a:t> - Voorlopige planning</a:t>
            </a:r>
          </a:p>
          <a:p>
            <a:pPr lvl="8" indent="0" defTabSz="2438338">
              <a:defRPr sz="7000" spc="-349">
                <a:solidFill>
                  <a:srgbClr val="C7BCAA"/>
                </a:solidFill>
                <a:latin typeface="OpenSans-Extrabold"/>
                <a:ea typeface="OpenSans-Extrabold"/>
                <a:cs typeface="OpenSans-Extrabold"/>
                <a:sym typeface="OpenSans-Extrabold"/>
              </a:defRPr>
            </a:pPr>
            <a:endParaRPr lang="nl-NL" sz="4800">
              <a:solidFill>
                <a:schemeClr val="bg1"/>
              </a:solidFill>
              <a:ea typeface="+mn-lt"/>
              <a:cs typeface="+mn-lt"/>
            </a:endParaRPr>
          </a:p>
          <a:p>
            <a:pPr marL="685800" lvl="8" indent="-685800" defTabSz="2438338">
              <a:buFont typeface="Arial" panose="020B0604020202020204" pitchFamily="34" charset="0"/>
              <a:buChar char="•"/>
              <a:defRPr sz="7000" spc="-349">
                <a:solidFill>
                  <a:srgbClr val="C7BCAA"/>
                </a:solidFill>
                <a:latin typeface="OpenSans-Extrabold"/>
                <a:ea typeface="OpenSans-Extrabold"/>
                <a:cs typeface="OpenSans-Extrabold"/>
                <a:sym typeface="OpenSans-Extrabold"/>
              </a:defRPr>
            </a:pPr>
            <a:endParaRPr lang="nl-NL" sz="4800" b="0">
              <a:solidFill>
                <a:schemeClr val="bg1"/>
              </a:solidFill>
              <a:ea typeface="+mn-lt"/>
              <a:cs typeface="+mn-lt"/>
            </a:endParaRPr>
          </a:p>
          <a:p>
            <a:pPr lvl="8" indent="0" defTabSz="2438338">
              <a:defRPr sz="7000" spc="-349">
                <a:solidFill>
                  <a:srgbClr val="C7BCAA"/>
                </a:solidFill>
                <a:latin typeface="OpenSans-Extrabold"/>
                <a:ea typeface="OpenSans-Extrabold"/>
                <a:cs typeface="OpenSans-Extrabold"/>
                <a:sym typeface="OpenSans-Extrabold"/>
              </a:defRPr>
            </a:pPr>
            <a:endParaRPr lang="nl-NL" sz="4800" b="0">
              <a:solidFill>
                <a:schemeClr val="bg1"/>
              </a:solidFill>
              <a:ea typeface="+mn-lt"/>
              <a:cs typeface="+mn-lt"/>
            </a:endParaRPr>
          </a:p>
          <a:p>
            <a:pPr lvl="1" indent="0" defTabSz="2438338">
              <a:lnSpc>
                <a:spcPct val="70000"/>
              </a:lnSpc>
              <a:defRPr sz="7000" spc="-349">
                <a:solidFill>
                  <a:srgbClr val="C7BCAA"/>
                </a:solidFill>
                <a:latin typeface="OpenSans-Extrabold"/>
                <a:ea typeface="OpenSans-Extrabold"/>
                <a:cs typeface="OpenSans-Extrabold"/>
                <a:sym typeface="OpenSans-Extrabold"/>
              </a:defRPr>
            </a:pPr>
            <a:endParaRPr lang="nl-NL" sz="4800" b="0">
              <a:solidFill>
                <a:schemeClr val="bg1"/>
              </a:solidFill>
            </a:endParaRPr>
          </a:p>
          <a:p>
            <a:pPr marL="857250" lvl="1" indent="-857250" defTabSz="2438338">
              <a:lnSpc>
                <a:spcPct val="70000"/>
              </a:lnSpc>
              <a:buFont typeface="Arial" panose="020B0604020202020204" pitchFamily="34" charset="0"/>
              <a:buChar char="•"/>
              <a:defRPr sz="7000" spc="-349">
                <a:solidFill>
                  <a:srgbClr val="C7BCAA"/>
                </a:solidFill>
                <a:latin typeface="OpenSans-Extrabold"/>
                <a:ea typeface="OpenSans-Extrabold"/>
                <a:cs typeface="OpenSans-Extrabold"/>
                <a:sym typeface="OpenSans-Extrabold"/>
              </a:defRPr>
            </a:pPr>
            <a:endParaRPr lang="nl-NL" sz="4800" b="0">
              <a:solidFill>
                <a:schemeClr val="bg1"/>
              </a:solidFill>
            </a:endParaRPr>
          </a:p>
          <a:p>
            <a:pPr defTabSz="2438338">
              <a:lnSpc>
                <a:spcPct val="70000"/>
              </a:lnSpc>
              <a:defRPr sz="7000" spc="-349">
                <a:solidFill>
                  <a:srgbClr val="C7BCAA"/>
                </a:solidFill>
                <a:latin typeface="OpenSans-Extrabold"/>
                <a:ea typeface="OpenSans-Extrabold"/>
                <a:cs typeface="OpenSans-Extrabold"/>
                <a:sym typeface="OpenSans-Extrabold"/>
              </a:defRPr>
            </a:pPr>
            <a:endParaRPr lang="nl-NL" sz="4800" b="0">
              <a:solidFill>
                <a:schemeClr val="bg1"/>
              </a:solidFill>
            </a:endParaRPr>
          </a:p>
        </p:txBody>
      </p:sp>
      <p:sp>
        <p:nvSpPr>
          <p:cNvPr id="5" name="Rectangle 4">
            <a:extLst>
              <a:ext uri="{FF2B5EF4-FFF2-40B4-BE49-F238E27FC236}">
                <a16:creationId xmlns:a16="http://schemas.microsoft.com/office/drawing/2014/main" id="{66967849-68A5-1488-9CA0-509120D1412E}"/>
              </a:ext>
            </a:extLst>
          </p:cNvPr>
          <p:cNvSpPr/>
          <p:nvPr/>
        </p:nvSpPr>
        <p:spPr>
          <a:xfrm>
            <a:off x="1355892" y="4337108"/>
            <a:ext cx="14740701" cy="8784000"/>
          </a:xfrm>
          <a:prstGeom prst="rect">
            <a:avLst/>
          </a:prstGeom>
          <a:solidFill>
            <a:srgbClr val="EEED0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NL"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TextBox 2">
            <a:extLst>
              <a:ext uri="{FF2B5EF4-FFF2-40B4-BE49-F238E27FC236}">
                <a16:creationId xmlns:a16="http://schemas.microsoft.com/office/drawing/2014/main" id="{4E8695E6-A5ED-301F-09D3-AB1DE8B88BD3}"/>
              </a:ext>
            </a:extLst>
          </p:cNvPr>
          <p:cNvSpPr txBox="1"/>
          <p:nvPr/>
        </p:nvSpPr>
        <p:spPr>
          <a:xfrm>
            <a:off x="1875968" y="5376029"/>
            <a:ext cx="12013134" cy="34265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marL="342900" indent="-342900" algn="l">
              <a:buFont typeface="Calibri"/>
              <a:buChar char="-"/>
            </a:pPr>
            <a:r>
              <a:rPr lang="en-US" sz="3600" b="1" err="1">
                <a:solidFill>
                  <a:schemeClr val="tx1"/>
                </a:solidFill>
              </a:rPr>
              <a:t>Zaaksysteem</a:t>
            </a:r>
            <a:endParaRPr lang="en-US" sz="3600" b="1" dirty="0">
              <a:solidFill>
                <a:schemeClr val="tx1"/>
              </a:solidFill>
            </a:endParaRPr>
          </a:p>
          <a:p>
            <a:pPr marL="342900" indent="-342900" algn="l">
              <a:buFont typeface="Calibri"/>
              <a:buChar char="-"/>
            </a:pPr>
            <a:r>
              <a:rPr lang="en-US" sz="3600" b="1" err="1">
                <a:solidFill>
                  <a:schemeClr val="tx1"/>
                </a:solidFill>
              </a:rPr>
              <a:t>Mijn</a:t>
            </a:r>
            <a:r>
              <a:rPr lang="en-US" sz="3600" b="1" dirty="0">
                <a:solidFill>
                  <a:schemeClr val="tx1"/>
                </a:solidFill>
              </a:rPr>
              <a:t> </a:t>
            </a:r>
            <a:r>
              <a:rPr lang="en-US" sz="3600" b="1" err="1">
                <a:solidFill>
                  <a:schemeClr val="tx1"/>
                </a:solidFill>
              </a:rPr>
              <a:t>Geldzaken</a:t>
            </a:r>
            <a:endParaRPr lang="en-US" sz="3600" b="1">
              <a:solidFill>
                <a:schemeClr val="tx1"/>
              </a:solidFill>
            </a:endParaRPr>
          </a:p>
          <a:p>
            <a:pPr marL="342900" indent="-342900" algn="l">
              <a:buFont typeface="Calibri"/>
              <a:buChar char="-"/>
            </a:pPr>
            <a:r>
              <a:rPr lang="en-US" sz="3600" b="1" err="1">
                <a:solidFill>
                  <a:schemeClr val="tx1"/>
                </a:solidFill>
              </a:rPr>
              <a:t>Huisstijl</a:t>
            </a:r>
            <a:endParaRPr lang="en-US" sz="3600" b="1" dirty="0" err="1">
              <a:solidFill>
                <a:schemeClr val="tx1"/>
              </a:solidFill>
            </a:endParaRPr>
          </a:p>
          <a:p>
            <a:pPr marL="342900" indent="-342900" algn="l">
              <a:buFont typeface="Calibri"/>
              <a:buChar char="-"/>
            </a:pPr>
            <a:r>
              <a:rPr lang="en-US" sz="3600" b="1" dirty="0">
                <a:solidFill>
                  <a:schemeClr val="tx1"/>
                </a:solidFill>
              </a:rPr>
              <a:t>(</a:t>
            </a:r>
            <a:r>
              <a:rPr lang="en-US" sz="3600" b="1" err="1">
                <a:solidFill>
                  <a:schemeClr val="tx1"/>
                </a:solidFill>
              </a:rPr>
              <a:t>Koppeling</a:t>
            </a:r>
            <a:r>
              <a:rPr lang="en-US" sz="3600" b="1" dirty="0">
                <a:solidFill>
                  <a:schemeClr val="tx1"/>
                </a:solidFill>
              </a:rPr>
              <a:t> </a:t>
            </a:r>
            <a:r>
              <a:rPr lang="en-US" sz="3600" b="1" err="1">
                <a:solidFill>
                  <a:schemeClr val="tx1"/>
                </a:solidFill>
              </a:rPr>
              <a:t>Xxllnc</a:t>
            </a:r>
            <a:r>
              <a:rPr lang="en-US" sz="3600" b="1" dirty="0">
                <a:solidFill>
                  <a:schemeClr val="tx1"/>
                </a:solidFill>
              </a:rPr>
              <a:t>)</a:t>
            </a:r>
          </a:p>
          <a:p>
            <a:pPr marL="342900" indent="-342900" algn="l">
              <a:buFont typeface="Calibri"/>
              <a:buChar char="-"/>
            </a:pPr>
            <a:endParaRPr lang="en-US" sz="3600" b="1" dirty="0">
              <a:solidFill>
                <a:schemeClr val="tx1"/>
              </a:solidFill>
            </a:endParaRPr>
          </a:p>
          <a:p>
            <a:pPr marL="342900" indent="-342900" algn="l">
              <a:buFont typeface="Calibri"/>
              <a:buChar char="-"/>
            </a:pPr>
            <a:r>
              <a:rPr lang="en-US" sz="3600" b="1" dirty="0">
                <a:solidFill>
                  <a:schemeClr val="tx1"/>
                </a:solidFill>
              </a:rPr>
              <a:t>Technical debt</a:t>
            </a:r>
          </a:p>
        </p:txBody>
      </p:sp>
    </p:spTree>
    <p:extLst>
      <p:ext uri="{BB962C8B-B14F-4D97-AF65-F5344CB8AC3E}">
        <p14:creationId xmlns:p14="http://schemas.microsoft.com/office/powerpoint/2010/main" val="2849694751"/>
      </p:ext>
    </p:extLst>
  </p:cSld>
  <p:clrMapOvr>
    <a:masterClrMapping/>
  </p:clrMapOvr>
  <mc:AlternateContent xmlns:mc="http://schemas.openxmlformats.org/markup-compatibility/2006" xmlns:p14="http://schemas.microsoft.com/office/powerpoint/2010/main">
    <mc:Choice Requires="p14">
      <p:transition spd="slow" p14:dur="2000">
        <p:push dir="u"/>
      </p:transition>
    </mc:Choice>
    <mc:Fallback xmlns="">
      <p:transition spd="slow">
        <p:push dir="u"/>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7E574-C966-8294-C0EF-7C31D333C0FE}"/>
            </a:ext>
          </a:extLst>
        </p:cNvPr>
        <p:cNvGrpSpPr/>
        <p:nvPr/>
      </p:nvGrpSpPr>
      <p:grpSpPr>
        <a:xfrm>
          <a:off x="0" y="0"/>
          <a:ext cx="0" cy="0"/>
          <a:chOff x="0" y="0"/>
          <a:chExt cx="0" cy="0"/>
        </a:xfrm>
      </p:grpSpPr>
      <p:sp>
        <p:nvSpPr>
          <p:cNvPr id="535" name="Title 2">
            <a:extLst>
              <a:ext uri="{FF2B5EF4-FFF2-40B4-BE49-F238E27FC236}">
                <a16:creationId xmlns:a16="http://schemas.microsoft.com/office/drawing/2014/main" id="{0D355379-B226-EB59-404F-1A3FEF0FD854}"/>
              </a:ext>
            </a:extLst>
          </p:cNvPr>
          <p:cNvSpPr>
            <a:spLocks noGrp="1"/>
          </p:cNvSpPr>
          <p:nvPr>
            <p:ph type="title"/>
          </p:nvPr>
        </p:nvSpPr>
        <p:spPr>
          <a:xfrm>
            <a:off x="2221127" y="2749350"/>
            <a:ext cx="19747018" cy="4067683"/>
          </a:xfrm>
        </p:spPr>
        <p:txBody>
          <a:bodyPr/>
          <a:lstStyle/>
          <a:p>
            <a:r>
              <a:rPr lang="en-US" err="1"/>
              <a:t>Informatie</a:t>
            </a:r>
            <a:r>
              <a:rPr lang="en-US"/>
              <a:t> </a:t>
            </a:r>
            <a:r>
              <a:rPr lang="en-US" err="1"/>
              <a:t>vanuit</a:t>
            </a:r>
            <a:r>
              <a:rPr lang="en-US"/>
              <a:t> </a:t>
            </a:r>
            <a:r>
              <a:rPr lang="en-US" err="1"/>
              <a:t>implementaties</a:t>
            </a:r>
            <a:endParaRPr lang="en-US"/>
          </a:p>
        </p:txBody>
      </p:sp>
    </p:spTree>
    <p:extLst>
      <p:ext uri="{BB962C8B-B14F-4D97-AF65-F5344CB8AC3E}">
        <p14:creationId xmlns:p14="http://schemas.microsoft.com/office/powerpoint/2010/main" val="1560645982"/>
      </p:ext>
    </p:extLst>
  </p:cSld>
  <p:clrMapOvr>
    <a:masterClrMapping/>
  </p:clrMapOvr>
  <mc:AlternateContent xmlns:mc="http://schemas.openxmlformats.org/markup-compatibility/2006" xmlns:p14="http://schemas.microsoft.com/office/powerpoint/2010/main">
    <mc:Choice Requires="p14">
      <p:transition spd="slow" p14:dur="2000">
        <p:push dir="u"/>
      </p:transition>
    </mc:Choice>
    <mc:Fallback xmlns="">
      <p:transition spd="slow">
        <p:push dir="u"/>
      </p:transition>
    </mc:Fallback>
  </mc:AlternateContent>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2357347-5862-4ec7-b651-6686bf866e49">
      <Terms xmlns="http://schemas.microsoft.com/office/infopath/2007/PartnerControls"/>
    </lcf76f155ced4ddcb4097134ff3c332f>
    <TaxCatchAll xmlns="ec47c0a1-2204-4e81-bd6b-1c390160bb44" xsi:nil="true"/>
    <SharedWithUsers xmlns="ec47c0a1-2204-4e81-bd6b-1c390160bb44">
      <UserInfo>
        <DisplayName>Cathy Schmit</DisplayName>
        <AccountId>103</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A28127581191547AFECAD4B3D8F21AF" ma:contentTypeVersion="19" ma:contentTypeDescription="Create a new document." ma:contentTypeScope="" ma:versionID="33191ca2c5468980f53d8343d6229065">
  <xsd:schema xmlns:xsd="http://www.w3.org/2001/XMLSchema" xmlns:xs="http://www.w3.org/2001/XMLSchema" xmlns:p="http://schemas.microsoft.com/office/2006/metadata/properties" xmlns:ns2="62357347-5862-4ec7-b651-6686bf866e49" xmlns:ns3="ec47c0a1-2204-4e81-bd6b-1c390160bb44" targetNamespace="http://schemas.microsoft.com/office/2006/metadata/properties" ma:root="true" ma:fieldsID="2143078930d9ed32d1be7877640b2609" ns2:_="" ns3:_="">
    <xsd:import namespace="62357347-5862-4ec7-b651-6686bf866e49"/>
    <xsd:import namespace="ec47c0a1-2204-4e81-bd6b-1c390160bb44"/>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Location" minOccurs="0"/>
                <xsd:element ref="ns2:MediaServiceSearchProperties" minOccurs="0"/>
                <xsd:element ref="ns2:MediaServiceObjectDetectorVersions"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357347-5862-4ec7-b651-6686bf866e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7c034271-b9a4-418b-af57-23951e5dc5a9" ma:termSetId="09814cd3-568e-fe90-9814-8d621ff8fb84" ma:anchorId="fba54fb3-c3e1-fe81-a776-ca4b69148c4d" ma:open="true" ma:isKeyword="false">
      <xsd:complexType>
        <xsd:sequence>
          <xsd:element ref="pc:Terms" minOccurs="0" maxOccurs="1"/>
        </xsd:sequence>
      </xsd:complexType>
    </xsd:element>
    <xsd:element name="MediaServiceLocation" ma:index="21"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c47c0a1-2204-4e81-bd6b-1c390160bb4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8d634c3d-4908-409b-b5ec-97808a749cfe}" ma:internalName="TaxCatchAll" ma:showField="CatchAllData" ma:web="ec47c0a1-2204-4e81-bd6b-1c390160bb4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9FE558-4E53-480C-948D-BC51BD09DD86}">
  <ds:schemaRefs>
    <ds:schemaRef ds:uri="http://schemas.microsoft.com/sharepoint/v3/contenttype/forms"/>
  </ds:schemaRefs>
</ds:datastoreItem>
</file>

<file path=customXml/itemProps2.xml><?xml version="1.0" encoding="utf-8"?>
<ds:datastoreItem xmlns:ds="http://schemas.openxmlformats.org/officeDocument/2006/customXml" ds:itemID="{81FEB633-4C95-4010-A720-C495DA4AD055}">
  <ds:schemaRefs>
    <ds:schemaRef ds:uri="62357347-5862-4ec7-b651-6686bf866e49"/>
    <ds:schemaRef ds:uri="ec47c0a1-2204-4e81-bd6b-1c390160bb4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C2E3CFE-46BE-486C-BFBE-2633663DAFE2}">
  <ds:schemaRefs>
    <ds:schemaRef ds:uri="62357347-5862-4ec7-b651-6686bf866e49"/>
    <ds:schemaRef ds:uri="ec47c0a1-2204-4e81-bd6b-1c390160bb4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13</Slides>
  <Notes>3</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21_BasicWhite</vt:lpstr>
      <vt:lpstr>PowerPoint Presentation</vt:lpstr>
      <vt:lpstr>Fincent Review</vt:lpstr>
      <vt:lpstr>PowerPoint Presentation</vt:lpstr>
      <vt:lpstr>PowerPoint Presentation</vt:lpstr>
      <vt:lpstr>PowerPoint Presentation</vt:lpstr>
      <vt:lpstr>PowerPoint Presentation</vt:lpstr>
      <vt:lpstr>PowerPoint Presentation</vt:lpstr>
      <vt:lpstr>PowerPoint Presentation</vt:lpstr>
      <vt:lpstr>Demo</vt:lpstr>
      <vt:lpstr>Next</vt:lpstr>
      <vt:lpstr>Release pre-2025.? op  Juli </vt:lpstr>
      <vt:lpstr>PowerPoint Presentation</vt:lpstr>
      <vt:lpstr>Informatie vanuit implementaties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Cathy Schmit</dc:creator>
  <cp:revision>65</cp:revision>
  <dcterms:modified xsi:type="dcterms:W3CDTF">2025-07-28T10:38:00Z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0x0101000A28127581191547AFECAD4B3D8F21AF</vt:lpwstr>
  </property>
  <property fmtid="{D5CDD505-2E9C-101B-9397-08002B2CF9AE}" pid="3" name="MediaServiceImageTags">
    <vt:lpwstr/>
  </property>
  <property fmtid="{D5CDD505-2E9C-101B-9397-08002B2CF9AE}" pid="4" name="ComplianceAssetId">
    <vt:lpwstr/>
  </property>
  <property fmtid="{D5CDD505-2E9C-101B-9397-08002B2CF9AE}" pid="5" name="_activity">
    <vt:lpwstr>{"FileActivityType":"9","FileActivityTimeStamp":"2024-03-01T11:23:58.823Z","FileActivityUsersOnPage":[{"DisplayName":"Laura Westerink","Id":"l.westerink@innovadis.com"}],"FileActivityNavigationId":null}</vt:lpwstr>
  </property>
  <property fmtid="{D5CDD505-2E9C-101B-9397-08002B2CF9AE}" pid="6" name="_ExtendedDescription">
    <vt:lpwstr/>
  </property>
  <property fmtid="{D5CDD505-2E9C-101B-9397-08002B2CF9AE}" pid="7" name="TriggerFlowInfo">
    <vt:lpwstr/>
  </property>
</Properties>
</file>